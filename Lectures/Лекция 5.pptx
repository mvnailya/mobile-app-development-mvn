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68860" autoAdjust="0"/>
  </p:normalViewPr>
  <p:slideViewPr>
    <p:cSldViewPr snapToGrid="0">
      <p:cViewPr varScale="1">
        <p:scale>
          <a:sx n="57" d="100"/>
          <a:sy n="57" d="100"/>
        </p:scale>
        <p:origin x="15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аиля Мавлюдова" userId="946b87bdd2203ae6" providerId="LiveId" clId="{46B9866D-C594-42F3-B512-878356077CB3}"/>
    <pc:docChg chg="delSld">
      <pc:chgData name="Наиля Мавлюдова" userId="946b87bdd2203ae6" providerId="LiveId" clId="{46B9866D-C594-42F3-B512-878356077CB3}" dt="2026-07-30T11:00:21.965" v="0" actId="47"/>
      <pc:docMkLst>
        <pc:docMk/>
      </pc:docMkLst>
      <pc:sldChg chg="del">
        <pc:chgData name="Наиля Мавлюдова" userId="946b87bdd2203ae6" providerId="LiveId" clId="{46B9866D-C594-42F3-B512-878356077CB3}" dt="2026-07-30T11:00:21.965" v="0" actId="47"/>
        <pc:sldMkLst>
          <pc:docMk/>
          <pc:sldMk cId="1719100909" sldId="284"/>
        </pc:sldMkLst>
      </pc:sldChg>
    </pc:docChg>
  </pc:docChgLst>
  <pc:docChgLst>
    <pc:chgData name="Наиля Мавлюдова" userId="946b87bdd2203ae6" providerId="LiveId" clId="{4E2E33E9-0B3B-425E-AC49-8B1336297E9E}"/>
    <pc:docChg chg="undo redo custSel addSld delSld modSld">
      <pc:chgData name="Наиля Мавлюдова" userId="946b87bdd2203ae6" providerId="LiveId" clId="{4E2E33E9-0B3B-425E-AC49-8B1336297E9E}" dt="2026-08-27T13:42:41.651" v="371" actId="255"/>
      <pc:docMkLst>
        <pc:docMk/>
      </pc:docMkLst>
      <pc:sldChg chg="delSp del mod">
        <pc:chgData name="Наиля Мавлюдова" userId="946b87bdd2203ae6" providerId="LiveId" clId="{4E2E33E9-0B3B-425E-AC49-8B1336297E9E}" dt="2026-08-27T13:03:41.054" v="32" actId="47"/>
        <pc:sldMkLst>
          <pc:docMk/>
          <pc:sldMk cId="1913355194" sldId="256"/>
        </pc:sldMkLst>
        <pc:spChg chg="del">
          <ac:chgData name="Наиля Мавлюдова" userId="946b87bdd2203ae6" providerId="LiveId" clId="{4E2E33E9-0B3B-425E-AC49-8B1336297E9E}" dt="2026-08-27T13:02:54.774" v="0" actId="478"/>
          <ac:spMkLst>
            <pc:docMk/>
            <pc:sldMk cId="1913355194" sldId="256"/>
            <ac:spMk id="4" creationId="{ACC8467D-9936-4A4F-BFB5-C58B2BF117FF}"/>
          </ac:spMkLst>
        </pc:spChg>
      </pc:sldChg>
      <pc:sldChg chg="addSp delSp modSp mod">
        <pc:chgData name="Наиля Мавлюдова" userId="946b87bdd2203ae6" providerId="LiveId" clId="{4E2E33E9-0B3B-425E-AC49-8B1336297E9E}" dt="2026-08-27T13:05:12.844" v="53" actId="478"/>
        <pc:sldMkLst>
          <pc:docMk/>
          <pc:sldMk cId="1972458142" sldId="257"/>
        </pc:sldMkLst>
        <pc:spChg chg="mod">
          <ac:chgData name="Наиля Мавлюдова" userId="946b87bdd2203ae6" providerId="LiveId" clId="{4E2E33E9-0B3B-425E-AC49-8B1336297E9E}" dt="2026-08-27T13:04:10.181" v="38" actId="14100"/>
          <ac:spMkLst>
            <pc:docMk/>
            <pc:sldMk cId="1972458142" sldId="257"/>
            <ac:spMk id="2" creationId="{AAA79525-DF2F-4B3C-A412-56994A4AD718}"/>
          </ac:spMkLst>
        </pc:spChg>
        <pc:spChg chg="del">
          <ac:chgData name="Наиля Мавлюдова" userId="946b87bdd2203ae6" providerId="LiveId" clId="{4E2E33E9-0B3B-425E-AC49-8B1336297E9E}" dt="2026-08-27T13:03:56.313" v="33" actId="478"/>
          <ac:spMkLst>
            <pc:docMk/>
            <pc:sldMk cId="1972458142" sldId="257"/>
            <ac:spMk id="3" creationId="{F9BA9071-F4E8-4A0D-AB3E-986306638D26}"/>
          </ac:spMkLst>
        </pc:spChg>
        <pc:spChg chg="del">
          <ac:chgData name="Наиля Мавлюдова" userId="946b87bdd2203ae6" providerId="LiveId" clId="{4E2E33E9-0B3B-425E-AC49-8B1336297E9E}" dt="2026-08-27T13:05:12.844" v="53" actId="478"/>
          <ac:spMkLst>
            <pc:docMk/>
            <pc:sldMk cId="1972458142" sldId="257"/>
            <ac:spMk id="4" creationId="{CF2FD165-08E9-4331-842E-6156A615CE7A}"/>
          </ac:spMkLst>
        </pc:spChg>
        <pc:spChg chg="mod">
          <ac:chgData name="Наиля Мавлюдова" userId="946b87bdd2203ae6" providerId="LiveId" clId="{4E2E33E9-0B3B-425E-AC49-8B1336297E9E}" dt="2026-08-27T13:04:18.046" v="40" actId="1076"/>
          <ac:spMkLst>
            <pc:docMk/>
            <pc:sldMk cId="1972458142" sldId="257"/>
            <ac:spMk id="5" creationId="{8DB9B96C-F45C-45F5-83C8-82BB370108F7}"/>
          </ac:spMkLst>
        </pc:spChg>
        <pc:spChg chg="mod">
          <ac:chgData name="Наиля Мавлюдова" userId="946b87bdd2203ae6" providerId="LiveId" clId="{4E2E33E9-0B3B-425E-AC49-8B1336297E9E}" dt="2026-08-27T13:04:50.676" v="52" actId="207"/>
          <ac:spMkLst>
            <pc:docMk/>
            <pc:sldMk cId="1972458142" sldId="257"/>
            <ac:spMk id="9" creationId="{223AA4F7-16D9-497F-A450-419C7A50AED6}"/>
          </ac:spMkLst>
        </pc:spChg>
        <pc:spChg chg="mod">
          <ac:chgData name="Наиля Мавлюдова" userId="946b87bdd2203ae6" providerId="LiveId" clId="{4E2E33E9-0B3B-425E-AC49-8B1336297E9E}" dt="2026-08-27T13:04:38.300" v="44" actId="207"/>
          <ac:spMkLst>
            <pc:docMk/>
            <pc:sldMk cId="1972458142" sldId="257"/>
            <ac:spMk id="12" creationId="{34DB595A-F77B-4FE3-A7FC-4FE95123695D}"/>
          </ac:spMkLst>
        </pc:spChg>
        <pc:spChg chg="mod">
          <ac:chgData name="Наиля Мавлюдова" userId="946b87bdd2203ae6" providerId="LiveId" clId="{4E2E33E9-0B3B-425E-AC49-8B1336297E9E}" dt="2026-08-27T13:04:38.300" v="44" actId="207"/>
          <ac:spMkLst>
            <pc:docMk/>
            <pc:sldMk cId="1972458142" sldId="257"/>
            <ac:spMk id="15" creationId="{6BCE7078-390F-486A-97A0-0245DC52D296}"/>
          </ac:spMkLst>
        </pc:spChg>
        <pc:grpChg chg="add mod">
          <ac:chgData name="Наиля Мавлюдова" userId="946b87bdd2203ae6" providerId="LiveId" clId="{4E2E33E9-0B3B-425E-AC49-8B1336297E9E}" dt="2026-08-27T13:04:00.030" v="35"/>
          <ac:grpSpMkLst>
            <pc:docMk/>
            <pc:sldMk cId="1972458142" sldId="257"/>
            <ac:grpSpMk id="10" creationId="{93AB9A2A-AAA6-65AA-A650-BC40AA80832E}"/>
          </ac:grpSpMkLst>
        </pc:grpChg>
        <pc:picChg chg="add mod">
          <ac:chgData name="Наиля Мавлюдова" userId="946b87bdd2203ae6" providerId="LiveId" clId="{4E2E33E9-0B3B-425E-AC49-8B1336297E9E}" dt="2026-08-27T13:04:00.030" v="35"/>
          <ac:picMkLst>
            <pc:docMk/>
            <pc:sldMk cId="1972458142" sldId="257"/>
            <ac:picMk id="7" creationId="{65D242B3-FBE3-7077-C1BA-8B5D64905F48}"/>
          </ac:picMkLst>
        </pc:picChg>
        <pc:cxnChg chg="mod">
          <ac:chgData name="Наиля Мавлюдова" userId="946b87bdd2203ae6" providerId="LiveId" clId="{4E2E33E9-0B3B-425E-AC49-8B1336297E9E}" dt="2026-08-27T13:04:00.030" v="35"/>
          <ac:cxnSpMkLst>
            <pc:docMk/>
            <pc:sldMk cId="1972458142" sldId="257"/>
            <ac:cxnSpMk id="13" creationId="{FE14D412-05DC-A40D-5195-9D09536E06AD}"/>
          </ac:cxnSpMkLst>
        </pc:cxnChg>
        <pc:cxnChg chg="mod">
          <ac:chgData name="Наиля Мавлюдова" userId="946b87bdd2203ae6" providerId="LiveId" clId="{4E2E33E9-0B3B-425E-AC49-8B1336297E9E}" dt="2026-08-27T13:04:00.030" v="35"/>
          <ac:cxnSpMkLst>
            <pc:docMk/>
            <pc:sldMk cId="1972458142" sldId="257"/>
            <ac:cxnSpMk id="16" creationId="{1DBB59B1-3654-0676-E5F7-FD0CD6C3468D}"/>
          </ac:cxnSpMkLst>
        </pc:cxnChg>
        <pc:cxnChg chg="mod">
          <ac:chgData name="Наиля Мавлюдова" userId="946b87bdd2203ae6" providerId="LiveId" clId="{4E2E33E9-0B3B-425E-AC49-8B1336297E9E}" dt="2026-08-27T13:04:00.030" v="35"/>
          <ac:cxnSpMkLst>
            <pc:docMk/>
            <pc:sldMk cId="1972458142" sldId="257"/>
            <ac:cxnSpMk id="17" creationId="{44FFC19F-0EBA-D410-4A63-6ADFBD7A859E}"/>
          </ac:cxnSpMkLst>
        </pc:cxnChg>
        <pc:cxnChg chg="del">
          <ac:chgData name="Наиля Мавлюдова" userId="946b87bdd2203ae6" providerId="LiveId" clId="{4E2E33E9-0B3B-425E-AC49-8B1336297E9E}" dt="2026-08-27T13:04:14.010" v="39" actId="478"/>
          <ac:cxnSpMkLst>
            <pc:docMk/>
            <pc:sldMk cId="1972458142" sldId="257"/>
            <ac:cxnSpMk id="18" creationId="{00000000-0000-0000-0000-000000000000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07:49.170" v="81" actId="478"/>
        <pc:sldMkLst>
          <pc:docMk/>
          <pc:sldMk cId="1129809801" sldId="258"/>
        </pc:sldMkLst>
        <pc:spChg chg="mod">
          <ac:chgData name="Наиля Мавлюдова" userId="946b87bdd2203ae6" providerId="LiveId" clId="{4E2E33E9-0B3B-425E-AC49-8B1336297E9E}" dt="2026-08-27T13:06:06.866" v="57" actId="1076"/>
          <ac:spMkLst>
            <pc:docMk/>
            <pc:sldMk cId="1129809801" sldId="258"/>
            <ac:spMk id="2" creationId="{A4A6EE41-5E4C-4D95-9817-8A23A39E5A0B}"/>
          </ac:spMkLst>
        </pc:spChg>
        <pc:spChg chg="del">
          <ac:chgData name="Наиля Мавлюдова" userId="946b87bdd2203ae6" providerId="LiveId" clId="{4E2E33E9-0B3B-425E-AC49-8B1336297E9E}" dt="2026-08-27T13:06:00.436" v="54" actId="478"/>
          <ac:spMkLst>
            <pc:docMk/>
            <pc:sldMk cId="1129809801" sldId="258"/>
            <ac:spMk id="3" creationId="{45A3C8FC-5293-498F-A016-B8EFBA271640}"/>
          </ac:spMkLst>
        </pc:spChg>
        <pc:spChg chg="del">
          <ac:chgData name="Наиля Мавлюдова" userId="946b87bdd2203ae6" providerId="LiveId" clId="{4E2E33E9-0B3B-425E-AC49-8B1336297E9E}" dt="2026-08-27T13:07:49.170" v="81" actId="478"/>
          <ac:spMkLst>
            <pc:docMk/>
            <pc:sldMk cId="1129809801" sldId="258"/>
            <ac:spMk id="4" creationId="{D7A8152F-DB8D-44CE-B029-AE8FF4585196}"/>
          </ac:spMkLst>
        </pc:spChg>
        <pc:spChg chg="mod">
          <ac:chgData name="Наиля Мавлюдова" userId="946b87bdd2203ae6" providerId="LiveId" clId="{4E2E33E9-0B3B-425E-AC49-8B1336297E9E}" dt="2026-08-27T13:06:19.029" v="62" actId="207"/>
          <ac:spMkLst>
            <pc:docMk/>
            <pc:sldMk cId="1129809801" sldId="258"/>
            <ac:spMk id="5" creationId="{C99EFB70-5C9A-452D-91F2-66FE8037D37F}"/>
          </ac:spMkLst>
        </pc:spChg>
        <pc:spChg chg="mod">
          <ac:chgData name="Наиля Мавлюдова" userId="946b87bdd2203ae6" providerId="LiveId" clId="{4E2E33E9-0B3B-425E-AC49-8B1336297E9E}" dt="2026-08-27T13:06:43.660" v="66" actId="255"/>
          <ac:spMkLst>
            <pc:docMk/>
            <pc:sldMk cId="1129809801" sldId="258"/>
            <ac:spMk id="11" creationId="{6D81B9D6-D0CB-4396-8407-CA0431E2CECC}"/>
          </ac:spMkLst>
        </pc:spChg>
        <pc:spChg chg="mod">
          <ac:chgData name="Наиля Мавлюдова" userId="946b87bdd2203ae6" providerId="LiveId" clId="{4E2E33E9-0B3B-425E-AC49-8B1336297E9E}" dt="2026-08-27T13:06:43.660" v="66" actId="255"/>
          <ac:spMkLst>
            <pc:docMk/>
            <pc:sldMk cId="1129809801" sldId="258"/>
            <ac:spMk id="14" creationId="{3D33ED88-BAE0-4D16-A4A7-AF81711E1DD4}"/>
          </ac:spMkLst>
        </pc:spChg>
        <pc:spChg chg="mod">
          <ac:chgData name="Наиля Мавлюдова" userId="946b87bdd2203ae6" providerId="LiveId" clId="{4E2E33E9-0B3B-425E-AC49-8B1336297E9E}" dt="2026-08-27T13:06:43.660" v="66" actId="255"/>
          <ac:spMkLst>
            <pc:docMk/>
            <pc:sldMk cId="1129809801" sldId="258"/>
            <ac:spMk id="17" creationId="{F20C100F-C8DC-4EEA-9DF9-4693DD3F6510}"/>
          </ac:spMkLst>
        </pc:spChg>
        <pc:spChg chg="mod">
          <ac:chgData name="Наиля Мавлюдова" userId="946b87bdd2203ae6" providerId="LiveId" clId="{4E2E33E9-0B3B-425E-AC49-8B1336297E9E}" dt="2026-08-27T13:06:43.660" v="66" actId="255"/>
          <ac:spMkLst>
            <pc:docMk/>
            <pc:sldMk cId="1129809801" sldId="258"/>
            <ac:spMk id="20" creationId="{10580531-C221-4B72-8AEA-25DE3EC50F76}"/>
          </ac:spMkLst>
        </pc:spChg>
        <pc:spChg chg="mod">
          <ac:chgData name="Наиля Мавлюдова" userId="946b87bdd2203ae6" providerId="LiveId" clId="{4E2E33E9-0B3B-425E-AC49-8B1336297E9E}" dt="2026-08-27T13:06:29.086" v="64" actId="255"/>
          <ac:spMkLst>
            <pc:docMk/>
            <pc:sldMk cId="1129809801" sldId="258"/>
            <ac:spMk id="22" creationId="{04684F6A-507F-4016-B49A-DCE0148F3ED2}"/>
          </ac:spMkLst>
        </pc:spChg>
        <pc:spChg chg="mod">
          <ac:chgData name="Наиля Мавлюдова" userId="946b87bdd2203ae6" providerId="LiveId" clId="{4E2E33E9-0B3B-425E-AC49-8B1336297E9E}" dt="2026-08-27T13:06:32.387" v="65" actId="1076"/>
          <ac:spMkLst>
            <pc:docMk/>
            <pc:sldMk cId="1129809801" sldId="258"/>
            <ac:spMk id="23" creationId="{0FACE419-9CD4-4241-BA9E-1B2D91A21496}"/>
          </ac:spMkLst>
        </pc:spChg>
        <pc:grpChg chg="add mod">
          <ac:chgData name="Наиля Мавлюдова" userId="946b87bdd2203ae6" providerId="LiveId" clId="{4E2E33E9-0B3B-425E-AC49-8B1336297E9E}" dt="2026-08-27T13:06:08.085" v="58"/>
          <ac:grpSpMkLst>
            <pc:docMk/>
            <pc:sldMk cId="1129809801" sldId="258"/>
            <ac:grpSpMk id="7" creationId="{2D1893D3-609C-CDD4-B290-7A8366557529}"/>
          </ac:grpSpMkLst>
        </pc:grpChg>
        <pc:picChg chg="add mod">
          <ac:chgData name="Наиля Мавлюдова" userId="946b87bdd2203ae6" providerId="LiveId" clId="{4E2E33E9-0B3B-425E-AC49-8B1336297E9E}" dt="2026-08-27T13:06:08.085" v="58"/>
          <ac:picMkLst>
            <pc:docMk/>
            <pc:sldMk cId="1129809801" sldId="258"/>
            <ac:picMk id="6" creationId="{5047469D-1720-E193-E7F0-464ED968603A}"/>
          </ac:picMkLst>
        </pc:picChg>
        <pc:cxnChg chg="mod">
          <ac:chgData name="Наиля Мавлюдова" userId="946b87bdd2203ae6" providerId="LiveId" clId="{4E2E33E9-0B3B-425E-AC49-8B1336297E9E}" dt="2026-08-27T13:06:08.085" v="58"/>
          <ac:cxnSpMkLst>
            <pc:docMk/>
            <pc:sldMk cId="1129809801" sldId="258"/>
            <ac:cxnSpMk id="8" creationId="{047B06EB-591A-34A0-5038-276C679048F3}"/>
          </ac:cxnSpMkLst>
        </pc:cxnChg>
        <pc:cxnChg chg="mod">
          <ac:chgData name="Наиля Мавлюдова" userId="946b87bdd2203ae6" providerId="LiveId" clId="{4E2E33E9-0B3B-425E-AC49-8B1336297E9E}" dt="2026-08-27T13:06:08.085" v="58"/>
          <ac:cxnSpMkLst>
            <pc:docMk/>
            <pc:sldMk cId="1129809801" sldId="258"/>
            <ac:cxnSpMk id="21" creationId="{7743811D-F991-2661-8468-1C6BBAD41B4F}"/>
          </ac:cxnSpMkLst>
        </pc:cxnChg>
        <pc:cxnChg chg="mod">
          <ac:chgData name="Наиля Мавлюдова" userId="946b87bdd2203ae6" providerId="LiveId" clId="{4E2E33E9-0B3B-425E-AC49-8B1336297E9E}" dt="2026-08-27T13:06:08.085" v="58"/>
          <ac:cxnSpMkLst>
            <pc:docMk/>
            <pc:sldMk cId="1129809801" sldId="258"/>
            <ac:cxnSpMk id="24" creationId="{E85238FC-8FE0-317D-CF62-2E9DEFDE5A1F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12:42.730" v="117" actId="404"/>
        <pc:sldMkLst>
          <pc:docMk/>
          <pc:sldMk cId="1204516321" sldId="259"/>
        </pc:sldMkLst>
        <pc:spChg chg="mod">
          <ac:chgData name="Наиля Мавлюдова" userId="946b87bdd2203ae6" providerId="LiveId" clId="{4E2E33E9-0B3B-425E-AC49-8B1336297E9E}" dt="2026-08-27T13:07:02.305" v="71" actId="1076"/>
          <ac:spMkLst>
            <pc:docMk/>
            <pc:sldMk cId="1204516321" sldId="259"/>
            <ac:spMk id="2" creationId="{9979E1F4-8C12-459B-AC55-9B2BB4CC711D}"/>
          </ac:spMkLst>
        </pc:spChg>
        <pc:spChg chg="del mod">
          <ac:chgData name="Наиля Мавлюдова" userId="946b87bdd2203ae6" providerId="LiveId" clId="{4E2E33E9-0B3B-425E-AC49-8B1336297E9E}" dt="2026-08-27T13:06:53.526" v="68" actId="478"/>
          <ac:spMkLst>
            <pc:docMk/>
            <pc:sldMk cId="1204516321" sldId="259"/>
            <ac:spMk id="3" creationId="{82765E28-D0F4-4FD0-B775-76C860AED15E}"/>
          </ac:spMkLst>
        </pc:spChg>
        <pc:spChg chg="del">
          <ac:chgData name="Наиля Мавлюдова" userId="946b87bdd2203ae6" providerId="LiveId" clId="{4E2E33E9-0B3B-425E-AC49-8B1336297E9E}" dt="2026-08-27T13:07:44.522" v="80" actId="478"/>
          <ac:spMkLst>
            <pc:docMk/>
            <pc:sldMk cId="1204516321" sldId="259"/>
            <ac:spMk id="4" creationId="{9B334F73-F722-4DE0-B4CB-2B0C6D2430DE}"/>
          </ac:spMkLst>
        </pc:spChg>
        <pc:spChg chg="mod">
          <ac:chgData name="Наиля Мавлюдова" userId="946b87bdd2203ae6" providerId="LiveId" clId="{4E2E33E9-0B3B-425E-AC49-8B1336297E9E}" dt="2026-08-27T13:07:09.618" v="72" actId="255"/>
          <ac:spMkLst>
            <pc:docMk/>
            <pc:sldMk cId="1204516321" sldId="259"/>
            <ac:spMk id="5" creationId="{21203A63-2892-4D7F-9EEB-E891A5D5875D}"/>
          </ac:spMkLst>
        </pc:spChg>
        <pc:spChg chg="mod">
          <ac:chgData name="Наиля Мавлюдова" userId="946b87bdd2203ae6" providerId="LiveId" clId="{4E2E33E9-0B3B-425E-AC49-8B1336297E9E}" dt="2026-08-27T13:07:14.253" v="73" actId="403"/>
          <ac:spMkLst>
            <pc:docMk/>
            <pc:sldMk cId="1204516321" sldId="259"/>
            <ac:spMk id="7" creationId="{993FEE80-285E-404C-8D84-EFB2BFEE27A7}"/>
          </ac:spMkLst>
        </pc:spChg>
        <pc:spChg chg="mod">
          <ac:chgData name="Наиля Мавлюдова" userId="946b87bdd2203ae6" providerId="LiveId" clId="{4E2E33E9-0B3B-425E-AC49-8B1336297E9E}" dt="2026-08-27T13:12:42.730" v="117" actId="404"/>
          <ac:spMkLst>
            <pc:docMk/>
            <pc:sldMk cId="1204516321" sldId="259"/>
            <ac:spMk id="10" creationId="{335BBABE-E46D-4EA6-A044-364134853FCC}"/>
          </ac:spMkLst>
        </pc:spChg>
        <pc:spChg chg="mod">
          <ac:chgData name="Наиля Мавлюдова" userId="946b87bdd2203ae6" providerId="LiveId" clId="{4E2E33E9-0B3B-425E-AC49-8B1336297E9E}" dt="2026-08-27T13:07:29.518" v="75" actId="255"/>
          <ac:spMkLst>
            <pc:docMk/>
            <pc:sldMk cId="1204516321" sldId="259"/>
            <ac:spMk id="12" creationId="{B2F2F3B5-3EBC-4477-A50C-CD8B85187C6A}"/>
          </ac:spMkLst>
        </pc:spChg>
        <pc:spChg chg="mod">
          <ac:chgData name="Наиля Мавлюдова" userId="946b87bdd2203ae6" providerId="LiveId" clId="{4E2E33E9-0B3B-425E-AC49-8B1336297E9E}" dt="2026-08-27T13:07:38.406" v="79" actId="1076"/>
          <ac:spMkLst>
            <pc:docMk/>
            <pc:sldMk cId="1204516321" sldId="259"/>
            <ac:spMk id="13" creationId="{F77BF8E2-6E25-4E83-A492-07894E040268}"/>
          </ac:spMkLst>
        </pc:spChg>
        <pc:grpChg chg="add mod">
          <ac:chgData name="Наиля Мавлюдова" userId="946b87bdd2203ae6" providerId="LiveId" clId="{4E2E33E9-0B3B-425E-AC49-8B1336297E9E}" dt="2026-08-27T13:06:53.953" v="69"/>
          <ac:grpSpMkLst>
            <pc:docMk/>
            <pc:sldMk cId="1204516321" sldId="259"/>
            <ac:grpSpMk id="14" creationId="{7B30E0D5-ACFA-1F1F-2473-BFA82A95FABC}"/>
          </ac:grpSpMkLst>
        </pc:grpChg>
        <pc:picChg chg="add mod">
          <ac:chgData name="Наиля Мавлюдова" userId="946b87bdd2203ae6" providerId="LiveId" clId="{4E2E33E9-0B3B-425E-AC49-8B1336297E9E}" dt="2026-08-27T13:06:53.953" v="69"/>
          <ac:picMkLst>
            <pc:docMk/>
            <pc:sldMk cId="1204516321" sldId="259"/>
            <ac:picMk id="11" creationId="{6442211C-B5E2-0984-C33C-392B455DBE91}"/>
          </ac:picMkLst>
        </pc:picChg>
        <pc:cxnChg chg="mod">
          <ac:chgData name="Наиля Мавлюдова" userId="946b87bdd2203ae6" providerId="LiveId" clId="{4E2E33E9-0B3B-425E-AC49-8B1336297E9E}" dt="2026-08-27T13:06:53.953" v="69"/>
          <ac:cxnSpMkLst>
            <pc:docMk/>
            <pc:sldMk cId="1204516321" sldId="259"/>
            <ac:cxnSpMk id="15" creationId="{71EBE051-04BB-D98E-77B2-47D5881CE62F}"/>
          </ac:cxnSpMkLst>
        </pc:cxnChg>
        <pc:cxnChg chg="mod">
          <ac:chgData name="Наиля Мавлюдова" userId="946b87bdd2203ae6" providerId="LiveId" clId="{4E2E33E9-0B3B-425E-AC49-8B1336297E9E}" dt="2026-08-27T13:06:53.953" v="69"/>
          <ac:cxnSpMkLst>
            <pc:docMk/>
            <pc:sldMk cId="1204516321" sldId="259"/>
            <ac:cxnSpMk id="17" creationId="{F7533F8A-C0B6-BDB6-EBB4-99AED97A08AA}"/>
          </ac:cxnSpMkLst>
        </pc:cxnChg>
        <pc:cxnChg chg="mod">
          <ac:chgData name="Наиля Мавлюдова" userId="946b87bdd2203ae6" providerId="LiveId" clId="{4E2E33E9-0B3B-425E-AC49-8B1336297E9E}" dt="2026-08-27T13:06:53.953" v="69"/>
          <ac:cxnSpMkLst>
            <pc:docMk/>
            <pc:sldMk cId="1204516321" sldId="259"/>
            <ac:cxnSpMk id="18" creationId="{CF7D2E8C-B469-8B99-7C39-AD6424E9E221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12:25.321" v="113" actId="404"/>
        <pc:sldMkLst>
          <pc:docMk/>
          <pc:sldMk cId="1017120112" sldId="260"/>
        </pc:sldMkLst>
        <pc:spChg chg="mod">
          <ac:chgData name="Наиля Мавлюдова" userId="946b87bdd2203ae6" providerId="LiveId" clId="{4E2E33E9-0B3B-425E-AC49-8B1336297E9E}" dt="2026-08-27T13:08:00.407" v="85" actId="1076"/>
          <ac:spMkLst>
            <pc:docMk/>
            <pc:sldMk cId="1017120112" sldId="260"/>
            <ac:spMk id="2" creationId="{5245FF6D-9391-4F93-897E-BA07A3F10DF4}"/>
          </ac:spMkLst>
        </pc:spChg>
        <pc:spChg chg="del">
          <ac:chgData name="Наиля Мавлюдова" userId="946b87bdd2203ae6" providerId="LiveId" clId="{4E2E33E9-0B3B-425E-AC49-8B1336297E9E}" dt="2026-08-27T13:07:54.101" v="82" actId="478"/>
          <ac:spMkLst>
            <pc:docMk/>
            <pc:sldMk cId="1017120112" sldId="260"/>
            <ac:spMk id="3" creationId="{2D4BBC5A-94B6-4305-9996-788ED247A735}"/>
          </ac:spMkLst>
        </pc:spChg>
        <pc:spChg chg="del">
          <ac:chgData name="Наиля Мавлюдова" userId="946b87bdd2203ae6" providerId="LiveId" clId="{4E2E33E9-0B3B-425E-AC49-8B1336297E9E}" dt="2026-08-27T13:09:45.572" v="86" actId="478"/>
          <ac:spMkLst>
            <pc:docMk/>
            <pc:sldMk cId="1017120112" sldId="260"/>
            <ac:spMk id="4" creationId="{998A1C5A-250D-4981-BF05-FEA55029389F}"/>
          </ac:spMkLst>
        </pc:spChg>
        <pc:spChg chg="del">
          <ac:chgData name="Наиля Мавлюдова" userId="946b87bdd2203ae6" providerId="LiveId" clId="{4E2E33E9-0B3B-425E-AC49-8B1336297E9E}" dt="2026-08-27T13:10:13.302" v="93" actId="478"/>
          <ac:spMkLst>
            <pc:docMk/>
            <pc:sldMk cId="1017120112" sldId="260"/>
            <ac:spMk id="5" creationId="{2DB67B15-C7FB-4B00-AA99-B0C634F27B70}"/>
          </ac:spMkLst>
        </pc:spChg>
        <pc:spChg chg="mod">
          <ac:chgData name="Наиля Мавлюдова" userId="946b87bdd2203ae6" providerId="LiveId" clId="{4E2E33E9-0B3B-425E-AC49-8B1336297E9E}" dt="2026-08-27T13:10:16.381" v="94" actId="1076"/>
          <ac:spMkLst>
            <pc:docMk/>
            <pc:sldMk cId="1017120112" sldId="260"/>
            <ac:spMk id="6" creationId="{E0F507D9-6777-4A08-92B1-EE0B0306C23D}"/>
          </ac:spMkLst>
        </pc:spChg>
        <pc:spChg chg="mod">
          <ac:chgData name="Наиля Мавлюдова" userId="946b87bdd2203ae6" providerId="LiveId" clId="{4E2E33E9-0B3B-425E-AC49-8B1336297E9E}" dt="2026-08-27T13:12:25.321" v="113" actId="404"/>
          <ac:spMkLst>
            <pc:docMk/>
            <pc:sldMk cId="1017120112" sldId="260"/>
            <ac:spMk id="10" creationId="{716561E7-F205-4C23-B0FF-528BC8E2FC81}"/>
          </ac:spMkLst>
        </pc:spChg>
        <pc:spChg chg="mod">
          <ac:chgData name="Наиля Мавлюдова" userId="946b87bdd2203ae6" providerId="LiveId" clId="{4E2E33E9-0B3B-425E-AC49-8B1336297E9E}" dt="2026-08-27T13:09:59.082" v="91" actId="255"/>
          <ac:spMkLst>
            <pc:docMk/>
            <pc:sldMk cId="1017120112" sldId="260"/>
            <ac:spMk id="12" creationId="{D66727A7-6CFF-48F0-A674-2182B2FDD01D}"/>
          </ac:spMkLst>
        </pc:spChg>
        <pc:spChg chg="mod">
          <ac:chgData name="Наиля Мавлюдова" userId="946b87bdd2203ae6" providerId="LiveId" clId="{4E2E33E9-0B3B-425E-AC49-8B1336297E9E}" dt="2026-08-27T13:09:52.846" v="90" actId="255"/>
          <ac:spMkLst>
            <pc:docMk/>
            <pc:sldMk cId="1017120112" sldId="260"/>
            <ac:spMk id="13" creationId="{996E0CC1-777F-497D-BC28-623681F8DDB8}"/>
          </ac:spMkLst>
        </pc:spChg>
        <pc:grpChg chg="add mod">
          <ac:chgData name="Наиля Мавлюдова" userId="946b87bdd2203ae6" providerId="LiveId" clId="{4E2E33E9-0B3B-425E-AC49-8B1336297E9E}" dt="2026-08-27T13:07:54.985" v="83"/>
          <ac:grpSpMkLst>
            <pc:docMk/>
            <pc:sldMk cId="1017120112" sldId="260"/>
            <ac:grpSpMk id="14" creationId="{AD6E43AB-2E69-B09C-594A-79196062F484}"/>
          </ac:grpSpMkLst>
        </pc:grpChg>
        <pc:picChg chg="add mod">
          <ac:chgData name="Наиля Мавлюдова" userId="946b87bdd2203ae6" providerId="LiveId" clId="{4E2E33E9-0B3B-425E-AC49-8B1336297E9E}" dt="2026-08-27T13:07:54.985" v="83"/>
          <ac:picMkLst>
            <pc:docMk/>
            <pc:sldMk cId="1017120112" sldId="260"/>
            <ac:picMk id="11" creationId="{39D903FC-8CAC-F4A4-5780-2F5692C2FA50}"/>
          </ac:picMkLst>
        </pc:picChg>
        <pc:cxnChg chg="mod">
          <ac:chgData name="Наиля Мавлюдова" userId="946b87bdd2203ae6" providerId="LiveId" clId="{4E2E33E9-0B3B-425E-AC49-8B1336297E9E}" dt="2026-08-27T13:07:54.985" v="83"/>
          <ac:cxnSpMkLst>
            <pc:docMk/>
            <pc:sldMk cId="1017120112" sldId="260"/>
            <ac:cxnSpMk id="15" creationId="{5C2D0B11-F836-6F1C-529F-E0DF7221CA5F}"/>
          </ac:cxnSpMkLst>
        </pc:cxnChg>
        <pc:cxnChg chg="mod">
          <ac:chgData name="Наиля Мавлюдова" userId="946b87bdd2203ae6" providerId="LiveId" clId="{4E2E33E9-0B3B-425E-AC49-8B1336297E9E}" dt="2026-08-27T13:07:54.985" v="83"/>
          <ac:cxnSpMkLst>
            <pc:docMk/>
            <pc:sldMk cId="1017120112" sldId="260"/>
            <ac:cxnSpMk id="17" creationId="{C93A3341-CFF9-79E2-8DD0-22D768F73435}"/>
          </ac:cxnSpMkLst>
        </pc:cxnChg>
        <pc:cxnChg chg="mod">
          <ac:chgData name="Наиля Мавлюдова" userId="946b87bdd2203ae6" providerId="LiveId" clId="{4E2E33E9-0B3B-425E-AC49-8B1336297E9E}" dt="2026-08-27T13:07:54.985" v="83"/>
          <ac:cxnSpMkLst>
            <pc:docMk/>
            <pc:sldMk cId="1017120112" sldId="260"/>
            <ac:cxnSpMk id="18" creationId="{8EE2F274-5D2C-5929-2049-2B952F00BBF4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13:05.981" v="119" actId="478"/>
        <pc:sldMkLst>
          <pc:docMk/>
          <pc:sldMk cId="1141598590" sldId="261"/>
        </pc:sldMkLst>
        <pc:spChg chg="mod">
          <ac:chgData name="Наиля Мавлюдова" userId="946b87bdd2203ae6" providerId="LiveId" clId="{4E2E33E9-0B3B-425E-AC49-8B1336297E9E}" dt="2026-08-27T13:10:32.346" v="98" actId="1076"/>
          <ac:spMkLst>
            <pc:docMk/>
            <pc:sldMk cId="1141598590" sldId="261"/>
            <ac:spMk id="2" creationId="{A05A863B-F8F4-446E-832B-E786C5A3DA1B}"/>
          </ac:spMkLst>
        </pc:spChg>
        <pc:spChg chg="del">
          <ac:chgData name="Наиля Мавлюдова" userId="946b87bdd2203ae6" providerId="LiveId" clId="{4E2E33E9-0B3B-425E-AC49-8B1336297E9E}" dt="2026-08-27T13:10:25.425" v="95" actId="478"/>
          <ac:spMkLst>
            <pc:docMk/>
            <pc:sldMk cId="1141598590" sldId="261"/>
            <ac:spMk id="3" creationId="{FCCCD585-D0AE-4E7C-9092-CBF24938B41C}"/>
          </ac:spMkLst>
        </pc:spChg>
        <pc:spChg chg="del">
          <ac:chgData name="Наиля Мавлюдова" userId="946b87bdd2203ae6" providerId="LiveId" clId="{4E2E33E9-0B3B-425E-AC49-8B1336297E9E}" dt="2026-08-27T13:13:05.981" v="119" actId="478"/>
          <ac:spMkLst>
            <pc:docMk/>
            <pc:sldMk cId="1141598590" sldId="261"/>
            <ac:spMk id="4" creationId="{D10E4471-3469-4EFA-83C0-0864B89DBF4C}"/>
          </ac:spMkLst>
        </pc:spChg>
        <pc:spChg chg="mod">
          <ac:chgData name="Наиля Мавлюдова" userId="946b87bdd2203ae6" providerId="LiveId" clId="{4E2E33E9-0B3B-425E-AC49-8B1336297E9E}" dt="2026-08-27T13:11:38.139" v="105" actId="404"/>
          <ac:spMkLst>
            <pc:docMk/>
            <pc:sldMk cId="1141598590" sldId="261"/>
            <ac:spMk id="9" creationId="{6A3DE72E-9C8B-456C-A122-F40A0085A04A}"/>
          </ac:spMkLst>
        </pc:spChg>
        <pc:spChg chg="mod">
          <ac:chgData name="Наиля Мавлюдова" userId="946b87bdd2203ae6" providerId="LiveId" clId="{4E2E33E9-0B3B-425E-AC49-8B1336297E9E}" dt="2026-08-27T13:10:55.644" v="101" actId="255"/>
          <ac:spMkLst>
            <pc:docMk/>
            <pc:sldMk cId="1141598590" sldId="261"/>
            <ac:spMk id="10" creationId="{279C44B4-A59D-4875-B80B-5EBFC462C71F}"/>
          </ac:spMkLst>
        </pc:spChg>
        <pc:spChg chg="mod">
          <ac:chgData name="Наиля Мавлюдова" userId="946b87bdd2203ae6" providerId="LiveId" clId="{4E2E33E9-0B3B-425E-AC49-8B1336297E9E}" dt="2026-08-27T13:11:57.656" v="109" actId="404"/>
          <ac:spMkLst>
            <pc:docMk/>
            <pc:sldMk cId="1141598590" sldId="261"/>
            <ac:spMk id="14" creationId="{299074D3-3DE3-4051-8D11-54A9C10427CA}"/>
          </ac:spMkLst>
        </pc:spChg>
        <pc:spChg chg="mod">
          <ac:chgData name="Наиля Мавлюдова" userId="946b87bdd2203ae6" providerId="LiveId" clId="{4E2E33E9-0B3B-425E-AC49-8B1336297E9E}" dt="2026-08-27T13:11:00.752" v="102" actId="255"/>
          <ac:spMkLst>
            <pc:docMk/>
            <pc:sldMk cId="1141598590" sldId="261"/>
            <ac:spMk id="15" creationId="{C9E87399-27D3-449B-8BB9-9F246D1A3123}"/>
          </ac:spMkLst>
        </pc:spChg>
        <pc:grpChg chg="add mod">
          <ac:chgData name="Наиля Мавлюдова" userId="946b87bdd2203ae6" providerId="LiveId" clId="{4E2E33E9-0B3B-425E-AC49-8B1336297E9E}" dt="2026-08-27T13:10:25.997" v="96"/>
          <ac:grpSpMkLst>
            <pc:docMk/>
            <pc:sldMk cId="1141598590" sldId="261"/>
            <ac:grpSpMk id="17" creationId="{4651A45E-3945-D9A1-33F6-9AEC555B0C78}"/>
          </ac:grpSpMkLst>
        </pc:grpChg>
        <pc:picChg chg="add mod">
          <ac:chgData name="Наиля Мавлюдова" userId="946b87bdd2203ae6" providerId="LiveId" clId="{4E2E33E9-0B3B-425E-AC49-8B1336297E9E}" dt="2026-08-27T13:10:25.997" v="96"/>
          <ac:picMkLst>
            <pc:docMk/>
            <pc:sldMk cId="1141598590" sldId="261"/>
            <ac:picMk id="16" creationId="{1F0041A8-8F3A-3E42-3A86-65D6290A458D}"/>
          </ac:picMkLst>
        </pc:picChg>
        <pc:cxnChg chg="mod">
          <ac:chgData name="Наиля Мавлюдова" userId="946b87bdd2203ae6" providerId="LiveId" clId="{4E2E33E9-0B3B-425E-AC49-8B1336297E9E}" dt="2026-08-27T13:10:25.997" v="96"/>
          <ac:cxnSpMkLst>
            <pc:docMk/>
            <pc:sldMk cId="1141598590" sldId="261"/>
            <ac:cxnSpMk id="19" creationId="{03B5A42C-B1AF-6FFC-81DA-5C429323564A}"/>
          </ac:cxnSpMkLst>
        </pc:cxnChg>
        <pc:cxnChg chg="mod">
          <ac:chgData name="Наиля Мавлюдова" userId="946b87bdd2203ae6" providerId="LiveId" clId="{4E2E33E9-0B3B-425E-AC49-8B1336297E9E}" dt="2026-08-27T13:10:25.997" v="96"/>
          <ac:cxnSpMkLst>
            <pc:docMk/>
            <pc:sldMk cId="1141598590" sldId="261"/>
            <ac:cxnSpMk id="20" creationId="{458E915B-9B00-379F-3C64-044FE0B9A132}"/>
          </ac:cxnSpMkLst>
        </pc:cxnChg>
        <pc:cxnChg chg="mod">
          <ac:chgData name="Наиля Мавлюдова" userId="946b87bdd2203ae6" providerId="LiveId" clId="{4E2E33E9-0B3B-425E-AC49-8B1336297E9E}" dt="2026-08-27T13:10:25.997" v="96"/>
          <ac:cxnSpMkLst>
            <pc:docMk/>
            <pc:sldMk cId="1141598590" sldId="261"/>
            <ac:cxnSpMk id="21" creationId="{63F39F96-FEE8-87EE-5CA1-A24B1F9F5845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14:14.268" v="136" actId="478"/>
        <pc:sldMkLst>
          <pc:docMk/>
          <pc:sldMk cId="17497843" sldId="262"/>
        </pc:sldMkLst>
        <pc:spChg chg="mod">
          <ac:chgData name="Наиля Мавлюдова" userId="946b87bdd2203ae6" providerId="LiveId" clId="{4E2E33E9-0B3B-425E-AC49-8B1336297E9E}" dt="2026-08-27T13:13:14.160" v="123" actId="1076"/>
          <ac:spMkLst>
            <pc:docMk/>
            <pc:sldMk cId="17497843" sldId="262"/>
            <ac:spMk id="2" creationId="{E65BAAAB-F01C-47E8-93FF-59A07FD0A84D}"/>
          </ac:spMkLst>
        </pc:spChg>
        <pc:spChg chg="del">
          <ac:chgData name="Наиля Мавлюдова" userId="946b87bdd2203ae6" providerId="LiveId" clId="{4E2E33E9-0B3B-425E-AC49-8B1336297E9E}" dt="2026-08-27T13:12:58.994" v="118" actId="478"/>
          <ac:spMkLst>
            <pc:docMk/>
            <pc:sldMk cId="17497843" sldId="262"/>
            <ac:spMk id="3" creationId="{565DC01D-E9EE-42E1-B900-3578C52E4C81}"/>
          </ac:spMkLst>
        </pc:spChg>
        <pc:spChg chg="del">
          <ac:chgData name="Наиля Мавлюдова" userId="946b87bdd2203ae6" providerId="LiveId" clId="{4E2E33E9-0B3B-425E-AC49-8B1336297E9E}" dt="2026-08-27T13:14:14.268" v="136" actId="478"/>
          <ac:spMkLst>
            <pc:docMk/>
            <pc:sldMk cId="17497843" sldId="262"/>
            <ac:spMk id="4" creationId="{A2383D4F-71F6-467D-A682-1643E8BA372B}"/>
          </ac:spMkLst>
        </pc:spChg>
        <pc:spChg chg="del">
          <ac:chgData name="Наиля Мавлюдова" userId="946b87bdd2203ae6" providerId="LiveId" clId="{4E2E33E9-0B3B-425E-AC49-8B1336297E9E}" dt="2026-08-27T13:13:17.012" v="124" actId="478"/>
          <ac:spMkLst>
            <pc:docMk/>
            <pc:sldMk cId="17497843" sldId="262"/>
            <ac:spMk id="5" creationId="{E3A8EF06-3EE8-480E-9887-215399AF5D5A}"/>
          </ac:spMkLst>
        </pc:spChg>
        <pc:spChg chg="mod">
          <ac:chgData name="Наиля Мавлюдова" userId="946b87bdd2203ae6" providerId="LiveId" clId="{4E2E33E9-0B3B-425E-AC49-8B1336297E9E}" dt="2026-08-27T13:13:20.970" v="125" actId="1076"/>
          <ac:spMkLst>
            <pc:docMk/>
            <pc:sldMk cId="17497843" sldId="262"/>
            <ac:spMk id="6" creationId="{830D2C94-DF21-4082-B4F2-1A838D253E3A}"/>
          </ac:spMkLst>
        </pc:spChg>
        <pc:spChg chg="mod">
          <ac:chgData name="Наиля Мавлюдова" userId="946b87bdd2203ae6" providerId="LiveId" clId="{4E2E33E9-0B3B-425E-AC49-8B1336297E9E}" dt="2026-08-27T13:13:24.161" v="126" actId="403"/>
          <ac:spMkLst>
            <pc:docMk/>
            <pc:sldMk cId="17497843" sldId="262"/>
            <ac:spMk id="7" creationId="{E8FBC760-97C0-4AEF-BAE1-E05B26A5AD43}"/>
          </ac:spMkLst>
        </pc:spChg>
        <pc:spChg chg="mod">
          <ac:chgData name="Наиля Мавлюдова" userId="946b87bdd2203ae6" providerId="LiveId" clId="{4E2E33E9-0B3B-425E-AC49-8B1336297E9E}" dt="2026-08-27T13:13:39.314" v="129" actId="404"/>
          <ac:spMkLst>
            <pc:docMk/>
            <pc:sldMk cId="17497843" sldId="262"/>
            <ac:spMk id="10" creationId="{28CB40AB-5EED-417E-823D-DC1CFF395087}"/>
          </ac:spMkLst>
        </pc:spChg>
        <pc:spChg chg="mod">
          <ac:chgData name="Наиля Мавлюдова" userId="946b87bdd2203ae6" providerId="LiveId" clId="{4E2E33E9-0B3B-425E-AC49-8B1336297E9E}" dt="2026-08-27T13:13:47.643" v="130" actId="255"/>
          <ac:spMkLst>
            <pc:docMk/>
            <pc:sldMk cId="17497843" sldId="262"/>
            <ac:spMk id="12" creationId="{247323C8-A13D-45B7-A6CE-AEC7564BC8BE}"/>
          </ac:spMkLst>
        </pc:spChg>
        <pc:spChg chg="mod">
          <ac:chgData name="Наиля Мавлюдова" userId="946b87bdd2203ae6" providerId="LiveId" clId="{4E2E33E9-0B3B-425E-AC49-8B1336297E9E}" dt="2026-08-27T13:13:55.523" v="132" actId="403"/>
          <ac:spMkLst>
            <pc:docMk/>
            <pc:sldMk cId="17497843" sldId="262"/>
            <ac:spMk id="13" creationId="{5A728C22-1434-47B4-98E9-1E95F6AB7C8F}"/>
          </ac:spMkLst>
        </pc:spChg>
        <pc:grpChg chg="add mod">
          <ac:chgData name="Наиля Мавлюдова" userId="946b87bdd2203ae6" providerId="LiveId" clId="{4E2E33E9-0B3B-425E-AC49-8B1336297E9E}" dt="2026-08-27T13:13:09.041" v="120"/>
          <ac:grpSpMkLst>
            <pc:docMk/>
            <pc:sldMk cId="17497843" sldId="262"/>
            <ac:grpSpMk id="14" creationId="{FE6D5618-1F80-7DC5-D26F-345F9E3EFCB3}"/>
          </ac:grpSpMkLst>
        </pc:grpChg>
        <pc:picChg chg="add mod">
          <ac:chgData name="Наиля Мавлюдова" userId="946b87bdd2203ae6" providerId="LiveId" clId="{4E2E33E9-0B3B-425E-AC49-8B1336297E9E}" dt="2026-08-27T13:13:09.041" v="120"/>
          <ac:picMkLst>
            <pc:docMk/>
            <pc:sldMk cId="17497843" sldId="262"/>
            <ac:picMk id="11" creationId="{2EBEB87A-3E60-404C-48C8-3193B41DE90D}"/>
          </ac:picMkLst>
        </pc:picChg>
        <pc:cxnChg chg="mod">
          <ac:chgData name="Наиля Мавлюдова" userId="946b87bdd2203ae6" providerId="LiveId" clId="{4E2E33E9-0B3B-425E-AC49-8B1336297E9E}" dt="2026-08-27T13:13:09.041" v="120"/>
          <ac:cxnSpMkLst>
            <pc:docMk/>
            <pc:sldMk cId="17497843" sldId="262"/>
            <ac:cxnSpMk id="15" creationId="{4017647D-30BA-3566-A077-6C51282ED121}"/>
          </ac:cxnSpMkLst>
        </pc:cxnChg>
        <pc:cxnChg chg="mod">
          <ac:chgData name="Наиля Мавлюдова" userId="946b87bdd2203ae6" providerId="LiveId" clId="{4E2E33E9-0B3B-425E-AC49-8B1336297E9E}" dt="2026-08-27T13:13:09.041" v="120"/>
          <ac:cxnSpMkLst>
            <pc:docMk/>
            <pc:sldMk cId="17497843" sldId="262"/>
            <ac:cxnSpMk id="17" creationId="{994DDF02-BD96-E44C-7185-4B31DCB7EB3B}"/>
          </ac:cxnSpMkLst>
        </pc:cxnChg>
        <pc:cxnChg chg="mod">
          <ac:chgData name="Наиля Мавлюдова" userId="946b87bdd2203ae6" providerId="LiveId" clId="{4E2E33E9-0B3B-425E-AC49-8B1336297E9E}" dt="2026-08-27T13:13:09.041" v="120"/>
          <ac:cxnSpMkLst>
            <pc:docMk/>
            <pc:sldMk cId="17497843" sldId="262"/>
            <ac:cxnSpMk id="18" creationId="{D67A4C3F-732F-32D5-49C7-93292E35C08F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15:31.631" v="162" actId="478"/>
        <pc:sldMkLst>
          <pc:docMk/>
          <pc:sldMk cId="2019795833" sldId="263"/>
        </pc:sldMkLst>
        <pc:spChg chg="mod">
          <ac:chgData name="Наиля Мавлюдова" userId="946b87bdd2203ae6" providerId="LiveId" clId="{4E2E33E9-0B3B-425E-AC49-8B1336297E9E}" dt="2026-08-27T13:14:09.120" v="135" actId="1076"/>
          <ac:spMkLst>
            <pc:docMk/>
            <pc:sldMk cId="2019795833" sldId="263"/>
            <ac:spMk id="2" creationId="{F2C52F2F-CD0F-446A-9A52-9E7FDED94A28}"/>
          </ac:spMkLst>
        </pc:spChg>
        <pc:spChg chg="del">
          <ac:chgData name="Наиля Мавлюдова" userId="946b87bdd2203ae6" providerId="LiveId" clId="{4E2E33E9-0B3B-425E-AC49-8B1336297E9E}" dt="2026-08-27T13:14:02.186" v="133" actId="478"/>
          <ac:spMkLst>
            <pc:docMk/>
            <pc:sldMk cId="2019795833" sldId="263"/>
            <ac:spMk id="3" creationId="{A068D0D4-4471-4994-8F7F-AFECA5A633E3}"/>
          </ac:spMkLst>
        </pc:spChg>
        <pc:spChg chg="del">
          <ac:chgData name="Наиля Мавлюдова" userId="946b87bdd2203ae6" providerId="LiveId" clId="{4E2E33E9-0B3B-425E-AC49-8B1336297E9E}" dt="2026-08-27T13:15:31.631" v="162" actId="478"/>
          <ac:spMkLst>
            <pc:docMk/>
            <pc:sldMk cId="2019795833" sldId="263"/>
            <ac:spMk id="4" creationId="{945C56C3-3B4A-4BF8-9955-DCC39D828546}"/>
          </ac:spMkLst>
        </pc:spChg>
        <pc:spChg chg="del">
          <ac:chgData name="Наиля Мавлюдова" userId="946b87bdd2203ae6" providerId="LiveId" clId="{4E2E33E9-0B3B-425E-AC49-8B1336297E9E}" dt="2026-08-27T13:14:47.175" v="150" actId="478"/>
          <ac:spMkLst>
            <pc:docMk/>
            <pc:sldMk cId="2019795833" sldId="263"/>
            <ac:spMk id="5" creationId="{4C9642ED-4279-4DFF-9A38-6A7D375672A3}"/>
          </ac:spMkLst>
        </pc:spChg>
        <pc:spChg chg="mod">
          <ac:chgData name="Наиля Мавлюдова" userId="946b87bdd2203ae6" providerId="LiveId" clId="{4E2E33E9-0B3B-425E-AC49-8B1336297E9E}" dt="2026-08-27T13:14:50.380" v="151" actId="1076"/>
          <ac:spMkLst>
            <pc:docMk/>
            <pc:sldMk cId="2019795833" sldId="263"/>
            <ac:spMk id="6" creationId="{CD6FE67A-97EB-4072-A225-101A85B6A57A}"/>
          </ac:spMkLst>
        </pc:spChg>
        <pc:spChg chg="mod">
          <ac:chgData name="Наиля Мавлюдова" userId="946b87bdd2203ae6" providerId="LiveId" clId="{4E2E33E9-0B3B-425E-AC49-8B1336297E9E}" dt="2026-08-27T13:14:53.632" v="152" actId="403"/>
          <ac:spMkLst>
            <pc:docMk/>
            <pc:sldMk cId="2019795833" sldId="263"/>
            <ac:spMk id="7" creationId="{4862CC4E-D8DF-4BC9-B69F-5AC7131A9F37}"/>
          </ac:spMkLst>
        </pc:spChg>
        <pc:spChg chg="mod">
          <ac:chgData name="Наиля Мавлюдова" userId="946b87bdd2203ae6" providerId="LiveId" clId="{4E2E33E9-0B3B-425E-AC49-8B1336297E9E}" dt="2026-08-27T13:15:05.270" v="157" actId="27636"/>
          <ac:spMkLst>
            <pc:docMk/>
            <pc:sldMk cId="2019795833" sldId="263"/>
            <ac:spMk id="10" creationId="{91987AE9-7347-417D-B1BD-24587CAC4810}"/>
          </ac:spMkLst>
        </pc:spChg>
        <pc:spChg chg="mod">
          <ac:chgData name="Наиля Мавлюдова" userId="946b87bdd2203ae6" providerId="LiveId" clId="{4E2E33E9-0B3B-425E-AC49-8B1336297E9E}" dt="2026-08-27T13:15:16.224" v="158" actId="255"/>
          <ac:spMkLst>
            <pc:docMk/>
            <pc:sldMk cId="2019795833" sldId="263"/>
            <ac:spMk id="12" creationId="{708C735A-9740-4830-A8BE-829ABD20A152}"/>
          </ac:spMkLst>
        </pc:spChg>
        <pc:spChg chg="mod">
          <ac:chgData name="Наиля Мавлюдова" userId="946b87bdd2203ae6" providerId="LiveId" clId="{4E2E33E9-0B3B-425E-AC49-8B1336297E9E}" dt="2026-08-27T13:15:22.907" v="161" actId="255"/>
          <ac:spMkLst>
            <pc:docMk/>
            <pc:sldMk cId="2019795833" sldId="263"/>
            <ac:spMk id="13" creationId="{3182F6AD-84A1-47BB-B3F4-E8125BD61340}"/>
          </ac:spMkLst>
        </pc:spChg>
        <pc:grpChg chg="add mod">
          <ac:chgData name="Наиля Мавлюдова" userId="946b87bdd2203ae6" providerId="LiveId" clId="{4E2E33E9-0B3B-425E-AC49-8B1336297E9E}" dt="2026-08-27T13:14:20.318" v="137"/>
          <ac:grpSpMkLst>
            <pc:docMk/>
            <pc:sldMk cId="2019795833" sldId="263"/>
            <ac:grpSpMk id="14" creationId="{594A044B-7C88-1AE1-7AD9-18D78BDF397C}"/>
          </ac:grpSpMkLst>
        </pc:grpChg>
        <pc:picChg chg="add mod">
          <ac:chgData name="Наиля Мавлюдова" userId="946b87bdd2203ae6" providerId="LiveId" clId="{4E2E33E9-0B3B-425E-AC49-8B1336297E9E}" dt="2026-08-27T13:14:20.318" v="137"/>
          <ac:picMkLst>
            <pc:docMk/>
            <pc:sldMk cId="2019795833" sldId="263"/>
            <ac:picMk id="11" creationId="{5BC8E565-CC2C-6241-058F-1628BE92B08C}"/>
          </ac:picMkLst>
        </pc:picChg>
        <pc:cxnChg chg="mod">
          <ac:chgData name="Наиля Мавлюдова" userId="946b87bdd2203ae6" providerId="LiveId" clId="{4E2E33E9-0B3B-425E-AC49-8B1336297E9E}" dt="2026-08-27T13:14:20.318" v="137"/>
          <ac:cxnSpMkLst>
            <pc:docMk/>
            <pc:sldMk cId="2019795833" sldId="263"/>
            <ac:cxnSpMk id="15" creationId="{C6CD0D0C-20C4-9D78-64D6-249D49D8E340}"/>
          </ac:cxnSpMkLst>
        </pc:cxnChg>
        <pc:cxnChg chg="mod">
          <ac:chgData name="Наиля Мавлюдова" userId="946b87bdd2203ae6" providerId="LiveId" clId="{4E2E33E9-0B3B-425E-AC49-8B1336297E9E}" dt="2026-08-27T13:14:20.318" v="137"/>
          <ac:cxnSpMkLst>
            <pc:docMk/>
            <pc:sldMk cId="2019795833" sldId="263"/>
            <ac:cxnSpMk id="17" creationId="{7F8D151F-E63D-C8DC-9742-D250EF1D8B51}"/>
          </ac:cxnSpMkLst>
        </pc:cxnChg>
        <pc:cxnChg chg="mod">
          <ac:chgData name="Наиля Мавлюдова" userId="946b87bdd2203ae6" providerId="LiveId" clId="{4E2E33E9-0B3B-425E-AC49-8B1336297E9E}" dt="2026-08-27T13:14:20.318" v="137"/>
          <ac:cxnSpMkLst>
            <pc:docMk/>
            <pc:sldMk cId="2019795833" sldId="263"/>
            <ac:cxnSpMk id="18" creationId="{3F0CDBF9-9DC0-9135-A50E-66DA0B85A272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16:20.204" v="173" actId="255"/>
        <pc:sldMkLst>
          <pc:docMk/>
          <pc:sldMk cId="1576281416" sldId="264"/>
        </pc:sldMkLst>
        <pc:spChg chg="mod">
          <ac:chgData name="Наиля Мавлюдова" userId="946b87bdd2203ae6" providerId="LiveId" clId="{4E2E33E9-0B3B-425E-AC49-8B1336297E9E}" dt="2026-08-27T13:15:43.545" v="165" actId="1076"/>
          <ac:spMkLst>
            <pc:docMk/>
            <pc:sldMk cId="1576281416" sldId="264"/>
            <ac:spMk id="2" creationId="{408F3BC6-22C5-4796-9494-A3D3500AC426}"/>
          </ac:spMkLst>
        </pc:spChg>
        <pc:spChg chg="del">
          <ac:chgData name="Наиля Мавлюдова" userId="946b87bdd2203ae6" providerId="LiveId" clId="{4E2E33E9-0B3B-425E-AC49-8B1336297E9E}" dt="2026-08-27T13:15:39.391" v="164" actId="478"/>
          <ac:spMkLst>
            <pc:docMk/>
            <pc:sldMk cId="1576281416" sldId="264"/>
            <ac:spMk id="3" creationId="{1E042531-2A9C-47A9-8ABA-400227720961}"/>
          </ac:spMkLst>
        </pc:spChg>
        <pc:spChg chg="del">
          <ac:chgData name="Наиля Мавлюдова" userId="946b87bdd2203ae6" providerId="LiveId" clId="{4E2E33E9-0B3B-425E-AC49-8B1336297E9E}" dt="2026-08-27T13:15:36.014" v="163" actId="478"/>
          <ac:spMkLst>
            <pc:docMk/>
            <pc:sldMk cId="1576281416" sldId="264"/>
            <ac:spMk id="4" creationId="{AC73C7A5-ED9A-41EE-8EB6-03200C0DB6C6}"/>
          </ac:spMkLst>
        </pc:spChg>
        <pc:spChg chg="del">
          <ac:chgData name="Наиля Мавлюдова" userId="946b87bdd2203ae6" providerId="LiveId" clId="{4E2E33E9-0B3B-425E-AC49-8B1336297E9E}" dt="2026-08-27T13:15:46.530" v="166" actId="478"/>
          <ac:spMkLst>
            <pc:docMk/>
            <pc:sldMk cId="1576281416" sldId="264"/>
            <ac:spMk id="5" creationId="{D098E74D-1FF2-4A36-A074-014EAB2E2B66}"/>
          </ac:spMkLst>
        </pc:spChg>
        <pc:spChg chg="mod">
          <ac:chgData name="Наиля Мавлюдова" userId="946b87bdd2203ae6" providerId="LiveId" clId="{4E2E33E9-0B3B-425E-AC49-8B1336297E9E}" dt="2026-08-27T13:15:50.315" v="167" actId="1076"/>
          <ac:spMkLst>
            <pc:docMk/>
            <pc:sldMk cId="1576281416" sldId="264"/>
            <ac:spMk id="6" creationId="{E37968CE-81F7-4DDC-BAB5-B2C942AEED1A}"/>
          </ac:spMkLst>
        </pc:spChg>
        <pc:spChg chg="mod">
          <ac:chgData name="Наиля Мавлюдова" userId="946b87bdd2203ae6" providerId="LiveId" clId="{4E2E33E9-0B3B-425E-AC49-8B1336297E9E}" dt="2026-08-27T13:15:55.427" v="168" actId="403"/>
          <ac:spMkLst>
            <pc:docMk/>
            <pc:sldMk cId="1576281416" sldId="264"/>
            <ac:spMk id="7" creationId="{2BDDFB49-A6C3-4A11-B755-9CC83781F577}"/>
          </ac:spMkLst>
        </pc:spChg>
        <pc:spChg chg="mod">
          <ac:chgData name="Наиля Мавлюдова" userId="946b87bdd2203ae6" providerId="LiveId" clId="{4E2E33E9-0B3B-425E-AC49-8B1336297E9E}" dt="2026-08-27T13:16:07.347" v="171" actId="404"/>
          <ac:spMkLst>
            <pc:docMk/>
            <pc:sldMk cId="1576281416" sldId="264"/>
            <ac:spMk id="10" creationId="{6D90630C-EF9B-43AB-86C5-48FE9492C71C}"/>
          </ac:spMkLst>
        </pc:spChg>
        <pc:spChg chg="mod">
          <ac:chgData name="Наиля Мавлюдова" userId="946b87bdd2203ae6" providerId="LiveId" clId="{4E2E33E9-0B3B-425E-AC49-8B1336297E9E}" dt="2026-08-27T13:16:13.060" v="172" actId="255"/>
          <ac:spMkLst>
            <pc:docMk/>
            <pc:sldMk cId="1576281416" sldId="264"/>
            <ac:spMk id="12" creationId="{31A81024-F724-480B-BA24-E6D49C217C05}"/>
          </ac:spMkLst>
        </pc:spChg>
        <pc:spChg chg="mod">
          <ac:chgData name="Наиля Мавлюдова" userId="946b87bdd2203ae6" providerId="LiveId" clId="{4E2E33E9-0B3B-425E-AC49-8B1336297E9E}" dt="2026-08-27T13:16:20.204" v="173" actId="255"/>
          <ac:spMkLst>
            <pc:docMk/>
            <pc:sldMk cId="1576281416" sldId="264"/>
            <ac:spMk id="13" creationId="{8443FF5D-93C8-495D-A664-758C00C7421A}"/>
          </ac:spMkLst>
        </pc:spChg>
        <pc:grpChg chg="add mod">
          <ac:chgData name="Наиля Мавлюдова" userId="946b87bdd2203ae6" providerId="LiveId" clId="{4E2E33E9-0B3B-425E-AC49-8B1336297E9E}" dt="2026-08-27T13:14:21.627" v="138"/>
          <ac:grpSpMkLst>
            <pc:docMk/>
            <pc:sldMk cId="1576281416" sldId="264"/>
            <ac:grpSpMk id="14" creationId="{84B3C7FA-DE8F-741F-77A8-EDB306EBB76E}"/>
          </ac:grpSpMkLst>
        </pc:grpChg>
        <pc:picChg chg="add mod">
          <ac:chgData name="Наиля Мавлюдова" userId="946b87bdd2203ae6" providerId="LiveId" clId="{4E2E33E9-0B3B-425E-AC49-8B1336297E9E}" dt="2026-08-27T13:14:21.627" v="138"/>
          <ac:picMkLst>
            <pc:docMk/>
            <pc:sldMk cId="1576281416" sldId="264"/>
            <ac:picMk id="11" creationId="{19C69EE7-EE8C-D31F-30C1-6BCB6A6CD451}"/>
          </ac:picMkLst>
        </pc:picChg>
        <pc:cxnChg chg="mod">
          <ac:chgData name="Наиля Мавлюдова" userId="946b87bdd2203ae6" providerId="LiveId" clId="{4E2E33E9-0B3B-425E-AC49-8B1336297E9E}" dt="2026-08-27T13:14:21.627" v="138"/>
          <ac:cxnSpMkLst>
            <pc:docMk/>
            <pc:sldMk cId="1576281416" sldId="264"/>
            <ac:cxnSpMk id="15" creationId="{746B0A2E-B67F-2B37-8C22-46C183A6A45D}"/>
          </ac:cxnSpMkLst>
        </pc:cxnChg>
        <pc:cxnChg chg="mod">
          <ac:chgData name="Наиля Мавлюдова" userId="946b87bdd2203ae6" providerId="LiveId" clId="{4E2E33E9-0B3B-425E-AC49-8B1336297E9E}" dt="2026-08-27T13:14:21.627" v="138"/>
          <ac:cxnSpMkLst>
            <pc:docMk/>
            <pc:sldMk cId="1576281416" sldId="264"/>
            <ac:cxnSpMk id="17" creationId="{C2057D13-67AF-80F3-2F52-1DD8DDC7A94E}"/>
          </ac:cxnSpMkLst>
        </pc:cxnChg>
        <pc:cxnChg chg="mod">
          <ac:chgData name="Наиля Мавлюдова" userId="946b87bdd2203ae6" providerId="LiveId" clId="{4E2E33E9-0B3B-425E-AC49-8B1336297E9E}" dt="2026-08-27T13:14:21.627" v="138"/>
          <ac:cxnSpMkLst>
            <pc:docMk/>
            <pc:sldMk cId="1576281416" sldId="264"/>
            <ac:cxnSpMk id="18" creationId="{F4082A81-6F5A-CE17-C322-48974B400884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16:59.024" v="179" actId="255"/>
        <pc:sldMkLst>
          <pc:docMk/>
          <pc:sldMk cId="1635703177" sldId="265"/>
        </pc:sldMkLst>
        <pc:spChg chg="mod">
          <ac:chgData name="Наиля Мавлюдова" userId="946b87bdd2203ae6" providerId="LiveId" clId="{4E2E33E9-0B3B-425E-AC49-8B1336297E9E}" dt="2026-08-27T13:16:31.608" v="175" actId="1076"/>
          <ac:spMkLst>
            <pc:docMk/>
            <pc:sldMk cId="1635703177" sldId="265"/>
            <ac:spMk id="2" creationId="{0DE74B6B-AF2E-4A0B-A45E-3E75C95BB718}"/>
          </ac:spMkLst>
        </pc:spChg>
        <pc:spChg chg="del">
          <ac:chgData name="Наиля Мавлюдова" userId="946b87bdd2203ae6" providerId="LiveId" clId="{4E2E33E9-0B3B-425E-AC49-8B1336297E9E}" dt="2026-08-27T13:16:26.083" v="174" actId="478"/>
          <ac:spMkLst>
            <pc:docMk/>
            <pc:sldMk cId="1635703177" sldId="265"/>
            <ac:spMk id="3" creationId="{0C615FD2-21C4-46F4-8F22-3B67523BEA43}"/>
          </ac:spMkLst>
        </pc:spChg>
        <pc:spChg chg="del">
          <ac:chgData name="Наиля Мавлюдова" userId="946b87bdd2203ae6" providerId="LiveId" clId="{4E2E33E9-0B3B-425E-AC49-8B1336297E9E}" dt="2026-08-27T13:16:34.244" v="176" actId="478"/>
          <ac:spMkLst>
            <pc:docMk/>
            <pc:sldMk cId="1635703177" sldId="265"/>
            <ac:spMk id="4" creationId="{46C587CF-7CD9-4DE7-92B3-15E5B7465985}"/>
          </ac:spMkLst>
        </pc:spChg>
        <pc:spChg chg="mod">
          <ac:chgData name="Наиля Мавлюдова" userId="946b87bdd2203ae6" providerId="LiveId" clId="{4E2E33E9-0B3B-425E-AC49-8B1336297E9E}" dt="2026-08-27T13:16:46.688" v="177" actId="255"/>
          <ac:spMkLst>
            <pc:docMk/>
            <pc:sldMk cId="1635703177" sldId="265"/>
            <ac:spMk id="11" creationId="{12DD9D67-AD87-49C4-B59E-6FB940314577}"/>
          </ac:spMkLst>
        </pc:spChg>
        <pc:spChg chg="mod">
          <ac:chgData name="Наиля Мавлюдова" userId="946b87bdd2203ae6" providerId="LiveId" clId="{4E2E33E9-0B3B-425E-AC49-8B1336297E9E}" dt="2026-08-27T13:16:46.688" v="177" actId="255"/>
          <ac:spMkLst>
            <pc:docMk/>
            <pc:sldMk cId="1635703177" sldId="265"/>
            <ac:spMk id="14" creationId="{8271C0E4-0FBA-4EE3-ABEC-43A3288E1E4A}"/>
          </ac:spMkLst>
        </pc:spChg>
        <pc:spChg chg="mod">
          <ac:chgData name="Наиля Мавлюдова" userId="946b87bdd2203ae6" providerId="LiveId" clId="{4E2E33E9-0B3B-425E-AC49-8B1336297E9E}" dt="2026-08-27T13:16:46.688" v="177" actId="255"/>
          <ac:spMkLst>
            <pc:docMk/>
            <pc:sldMk cId="1635703177" sldId="265"/>
            <ac:spMk id="17" creationId="{C689D170-5260-4809-B100-D4F09CD8205E}"/>
          </ac:spMkLst>
        </pc:spChg>
        <pc:spChg chg="mod">
          <ac:chgData name="Наиля Мавлюдова" userId="946b87bdd2203ae6" providerId="LiveId" clId="{4E2E33E9-0B3B-425E-AC49-8B1336297E9E}" dt="2026-08-27T13:16:46.688" v="177" actId="255"/>
          <ac:spMkLst>
            <pc:docMk/>
            <pc:sldMk cId="1635703177" sldId="265"/>
            <ac:spMk id="20" creationId="{4B29FF45-79A8-4C4C-B651-56F7A40C84C0}"/>
          </ac:spMkLst>
        </pc:spChg>
        <pc:spChg chg="mod">
          <ac:chgData name="Наиля Мавлюдова" userId="946b87bdd2203ae6" providerId="LiveId" clId="{4E2E33E9-0B3B-425E-AC49-8B1336297E9E}" dt="2026-08-27T13:16:51.984" v="178" actId="255"/>
          <ac:spMkLst>
            <pc:docMk/>
            <pc:sldMk cId="1635703177" sldId="265"/>
            <ac:spMk id="22" creationId="{293FD27B-46EF-421D-AC90-C66810F3E90D}"/>
          </ac:spMkLst>
        </pc:spChg>
        <pc:spChg chg="mod">
          <ac:chgData name="Наиля Мавлюдова" userId="946b87bdd2203ae6" providerId="LiveId" clId="{4E2E33E9-0B3B-425E-AC49-8B1336297E9E}" dt="2026-08-27T13:16:59.024" v="179" actId="255"/>
          <ac:spMkLst>
            <pc:docMk/>
            <pc:sldMk cId="1635703177" sldId="265"/>
            <ac:spMk id="23" creationId="{6838080A-BC18-4779-9616-895E78605015}"/>
          </ac:spMkLst>
        </pc:spChg>
        <pc:grpChg chg="add mod">
          <ac:chgData name="Наиля Мавлюдова" userId="946b87bdd2203ae6" providerId="LiveId" clId="{4E2E33E9-0B3B-425E-AC49-8B1336297E9E}" dt="2026-08-27T13:14:24.545" v="139"/>
          <ac:grpSpMkLst>
            <pc:docMk/>
            <pc:sldMk cId="1635703177" sldId="265"/>
            <ac:grpSpMk id="7" creationId="{AB989AA8-3D72-8007-A2E9-8DB77F16230F}"/>
          </ac:grpSpMkLst>
        </pc:grpChg>
        <pc:picChg chg="add mod">
          <ac:chgData name="Наиля Мавлюдова" userId="946b87bdd2203ae6" providerId="LiveId" clId="{4E2E33E9-0B3B-425E-AC49-8B1336297E9E}" dt="2026-08-27T13:14:24.545" v="139"/>
          <ac:picMkLst>
            <pc:docMk/>
            <pc:sldMk cId="1635703177" sldId="265"/>
            <ac:picMk id="6" creationId="{240A1605-B1AE-DCF6-44F5-FA9CA528249D}"/>
          </ac:picMkLst>
        </pc:picChg>
        <pc:cxnChg chg="mod">
          <ac:chgData name="Наиля Мавлюдова" userId="946b87bdd2203ae6" providerId="LiveId" clId="{4E2E33E9-0B3B-425E-AC49-8B1336297E9E}" dt="2026-08-27T13:14:24.545" v="139"/>
          <ac:cxnSpMkLst>
            <pc:docMk/>
            <pc:sldMk cId="1635703177" sldId="265"/>
            <ac:cxnSpMk id="8" creationId="{C5563D4D-D116-5D68-8A3D-EFDD58991694}"/>
          </ac:cxnSpMkLst>
        </pc:cxnChg>
        <pc:cxnChg chg="mod">
          <ac:chgData name="Наиля Мавлюдова" userId="946b87bdd2203ae6" providerId="LiveId" clId="{4E2E33E9-0B3B-425E-AC49-8B1336297E9E}" dt="2026-08-27T13:14:24.545" v="139"/>
          <ac:cxnSpMkLst>
            <pc:docMk/>
            <pc:sldMk cId="1635703177" sldId="265"/>
            <ac:cxnSpMk id="21" creationId="{F2644106-FDE0-082E-A169-B83A01EF732F}"/>
          </ac:cxnSpMkLst>
        </pc:cxnChg>
        <pc:cxnChg chg="mod">
          <ac:chgData name="Наиля Мавлюдова" userId="946b87bdd2203ae6" providerId="LiveId" clId="{4E2E33E9-0B3B-425E-AC49-8B1336297E9E}" dt="2026-08-27T13:14:24.545" v="139"/>
          <ac:cxnSpMkLst>
            <pc:docMk/>
            <pc:sldMk cId="1635703177" sldId="265"/>
            <ac:cxnSpMk id="24" creationId="{5682E7C0-F43B-1C2F-498A-0C43FD1966A9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22:14.840" v="201" actId="478"/>
        <pc:sldMkLst>
          <pc:docMk/>
          <pc:sldMk cId="1416533969" sldId="266"/>
        </pc:sldMkLst>
        <pc:spChg chg="mod">
          <ac:chgData name="Наиля Мавлюдова" userId="946b87bdd2203ae6" providerId="LiveId" clId="{4E2E33E9-0B3B-425E-AC49-8B1336297E9E}" dt="2026-08-27T13:17:11.435" v="181" actId="1076"/>
          <ac:spMkLst>
            <pc:docMk/>
            <pc:sldMk cId="1416533969" sldId="266"/>
            <ac:spMk id="2" creationId="{6223CA22-0B34-49D8-AD47-8C7118538635}"/>
          </ac:spMkLst>
        </pc:spChg>
        <pc:spChg chg="del">
          <ac:chgData name="Наиля Мавлюдова" userId="946b87bdd2203ae6" providerId="LiveId" clId="{4E2E33E9-0B3B-425E-AC49-8B1336297E9E}" dt="2026-08-27T13:17:05.138" v="180" actId="478"/>
          <ac:spMkLst>
            <pc:docMk/>
            <pc:sldMk cId="1416533969" sldId="266"/>
            <ac:spMk id="3" creationId="{4582610A-A753-45E9-ABBE-7CF5A94ACA04}"/>
          </ac:spMkLst>
        </pc:spChg>
        <pc:spChg chg="del">
          <ac:chgData name="Наиля Мавлюдова" userId="946b87bdd2203ae6" providerId="LiveId" clId="{4E2E33E9-0B3B-425E-AC49-8B1336297E9E}" dt="2026-08-27T13:22:14.840" v="201" actId="478"/>
          <ac:spMkLst>
            <pc:docMk/>
            <pc:sldMk cId="1416533969" sldId="266"/>
            <ac:spMk id="4" creationId="{CB96D060-8D9C-4D6A-A911-F9D829609606}"/>
          </ac:spMkLst>
        </pc:spChg>
        <pc:spChg chg="mod">
          <ac:chgData name="Наиля Мавлюдова" userId="946b87bdd2203ae6" providerId="LiveId" clId="{4E2E33E9-0B3B-425E-AC49-8B1336297E9E}" dt="2026-08-27T13:17:16.186" v="182" actId="20577"/>
          <ac:spMkLst>
            <pc:docMk/>
            <pc:sldMk cId="1416533969" sldId="266"/>
            <ac:spMk id="5" creationId="{F5E71F68-5D1F-438F-A400-7F418EB5D00F}"/>
          </ac:spMkLst>
        </pc:spChg>
        <pc:spChg chg="mod">
          <ac:chgData name="Наиля Мавлюдова" userId="946b87bdd2203ae6" providerId="LiveId" clId="{4E2E33E9-0B3B-425E-AC49-8B1336297E9E}" dt="2026-08-27T13:17:34.093" v="187" actId="27636"/>
          <ac:spMkLst>
            <pc:docMk/>
            <pc:sldMk cId="1416533969" sldId="266"/>
            <ac:spMk id="9" creationId="{A3302A22-689C-4C25-9DEC-0AB4C3D3BE4D}"/>
          </ac:spMkLst>
        </pc:spChg>
        <pc:spChg chg="mod">
          <ac:chgData name="Наиля Мавлюдова" userId="946b87bdd2203ae6" providerId="LiveId" clId="{4E2E33E9-0B3B-425E-AC49-8B1336297E9E}" dt="2026-08-27T13:17:47.298" v="188" actId="255"/>
          <ac:spMkLst>
            <pc:docMk/>
            <pc:sldMk cId="1416533969" sldId="266"/>
            <ac:spMk id="10" creationId="{33E38978-16EF-409F-8D93-7F4DD149B32C}"/>
          </ac:spMkLst>
        </pc:spChg>
        <pc:spChg chg="mod">
          <ac:chgData name="Наиля Мавлюдова" userId="946b87bdd2203ae6" providerId="LiveId" clId="{4E2E33E9-0B3B-425E-AC49-8B1336297E9E}" dt="2026-08-27T13:18:09.641" v="195" actId="27636"/>
          <ac:spMkLst>
            <pc:docMk/>
            <pc:sldMk cId="1416533969" sldId="266"/>
            <ac:spMk id="14" creationId="{B1655BD3-40B0-4423-8748-94BBDD9BC553}"/>
          </ac:spMkLst>
        </pc:spChg>
        <pc:spChg chg="mod">
          <ac:chgData name="Наиля Мавлюдова" userId="946b87bdd2203ae6" providerId="LiveId" clId="{4E2E33E9-0B3B-425E-AC49-8B1336297E9E}" dt="2026-08-27T13:18:17.467" v="196" actId="255"/>
          <ac:spMkLst>
            <pc:docMk/>
            <pc:sldMk cId="1416533969" sldId="266"/>
            <ac:spMk id="15" creationId="{31235D0A-7B5D-4FBB-99FC-DDB96799BF66}"/>
          </ac:spMkLst>
        </pc:spChg>
        <pc:grpChg chg="add mod">
          <ac:chgData name="Наиля Мавлюдова" userId="946b87bdd2203ae6" providerId="LiveId" clId="{4E2E33E9-0B3B-425E-AC49-8B1336297E9E}" dt="2026-08-27T13:14:25.544" v="140"/>
          <ac:grpSpMkLst>
            <pc:docMk/>
            <pc:sldMk cId="1416533969" sldId="266"/>
            <ac:grpSpMk id="17" creationId="{38097D77-A160-BFB2-7B97-D50E6353ABEF}"/>
          </ac:grpSpMkLst>
        </pc:grpChg>
        <pc:picChg chg="add mod">
          <ac:chgData name="Наиля Мавлюдова" userId="946b87bdd2203ae6" providerId="LiveId" clId="{4E2E33E9-0B3B-425E-AC49-8B1336297E9E}" dt="2026-08-27T13:14:25.544" v="140"/>
          <ac:picMkLst>
            <pc:docMk/>
            <pc:sldMk cId="1416533969" sldId="266"/>
            <ac:picMk id="16" creationId="{F9BD2E30-18A7-B9E3-661F-1C284331CCA7}"/>
          </ac:picMkLst>
        </pc:picChg>
        <pc:cxnChg chg="mod">
          <ac:chgData name="Наиля Мавлюдова" userId="946b87bdd2203ae6" providerId="LiveId" clId="{4E2E33E9-0B3B-425E-AC49-8B1336297E9E}" dt="2026-08-27T13:14:25.544" v="140"/>
          <ac:cxnSpMkLst>
            <pc:docMk/>
            <pc:sldMk cId="1416533969" sldId="266"/>
            <ac:cxnSpMk id="19" creationId="{214CB626-8355-2423-DF7A-3DB559BD9271}"/>
          </ac:cxnSpMkLst>
        </pc:cxnChg>
        <pc:cxnChg chg="mod">
          <ac:chgData name="Наиля Мавлюдова" userId="946b87bdd2203ae6" providerId="LiveId" clId="{4E2E33E9-0B3B-425E-AC49-8B1336297E9E}" dt="2026-08-27T13:14:25.544" v="140"/>
          <ac:cxnSpMkLst>
            <pc:docMk/>
            <pc:sldMk cId="1416533969" sldId="266"/>
            <ac:cxnSpMk id="20" creationId="{2A82BC38-7115-094E-9E4F-549F09E73C68}"/>
          </ac:cxnSpMkLst>
        </pc:cxnChg>
        <pc:cxnChg chg="mod">
          <ac:chgData name="Наиля Мавлюдова" userId="946b87bdd2203ae6" providerId="LiveId" clId="{4E2E33E9-0B3B-425E-AC49-8B1336297E9E}" dt="2026-08-27T13:14:25.544" v="140"/>
          <ac:cxnSpMkLst>
            <pc:docMk/>
            <pc:sldMk cId="1416533969" sldId="266"/>
            <ac:cxnSpMk id="21" creationId="{D84ABBC2-1A01-DC3B-ECB1-1CA98358E428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22:31.268" v="202" actId="255"/>
        <pc:sldMkLst>
          <pc:docMk/>
          <pc:sldMk cId="447041375" sldId="267"/>
        </pc:sldMkLst>
        <pc:spChg chg="mod">
          <ac:chgData name="Наиля Мавлюдова" userId="946b87bdd2203ae6" providerId="LiveId" clId="{4E2E33E9-0B3B-425E-AC49-8B1336297E9E}" dt="2026-08-27T13:22:07.772" v="199" actId="1076"/>
          <ac:spMkLst>
            <pc:docMk/>
            <pc:sldMk cId="447041375" sldId="267"/>
            <ac:spMk id="2" creationId="{072B8CBE-5552-469C-8F00-27B6BEE02FD4}"/>
          </ac:spMkLst>
        </pc:spChg>
        <pc:spChg chg="del">
          <ac:chgData name="Наиля Мавлюдова" userId="946b87bdd2203ae6" providerId="LiveId" clId="{4E2E33E9-0B3B-425E-AC49-8B1336297E9E}" dt="2026-08-27T13:21:59.940" v="197" actId="478"/>
          <ac:spMkLst>
            <pc:docMk/>
            <pc:sldMk cId="447041375" sldId="267"/>
            <ac:spMk id="3" creationId="{00D9A787-68F6-422F-B959-4211A4D79E88}"/>
          </ac:spMkLst>
        </pc:spChg>
        <pc:spChg chg="del">
          <ac:chgData name="Наиля Мавлюдова" userId="946b87bdd2203ae6" providerId="LiveId" clId="{4E2E33E9-0B3B-425E-AC49-8B1336297E9E}" dt="2026-08-27T13:22:10.447" v="200" actId="478"/>
          <ac:spMkLst>
            <pc:docMk/>
            <pc:sldMk cId="447041375" sldId="267"/>
            <ac:spMk id="4" creationId="{E58C728D-2684-43C1-BB57-7FAF28C5FFC8}"/>
          </ac:spMkLst>
        </pc:spChg>
        <pc:spChg chg="mod">
          <ac:chgData name="Наиля Мавлюдова" userId="946b87bdd2203ae6" providerId="LiveId" clId="{4E2E33E9-0B3B-425E-AC49-8B1336297E9E}" dt="2026-08-27T13:22:31.268" v="202" actId="255"/>
          <ac:spMkLst>
            <pc:docMk/>
            <pc:sldMk cId="447041375" sldId="267"/>
            <ac:spMk id="9" creationId="{132EF1D2-4A27-4783-A4A4-6EECBC3E78F7}"/>
          </ac:spMkLst>
        </pc:spChg>
        <pc:spChg chg="mod">
          <ac:chgData name="Наиля Мавлюдова" userId="946b87bdd2203ae6" providerId="LiveId" clId="{4E2E33E9-0B3B-425E-AC49-8B1336297E9E}" dt="2026-08-27T13:22:31.268" v="202" actId="255"/>
          <ac:spMkLst>
            <pc:docMk/>
            <pc:sldMk cId="447041375" sldId="267"/>
            <ac:spMk id="12" creationId="{26A002DA-CB1E-4E7F-A08C-8E296EB38849}"/>
          </ac:spMkLst>
        </pc:spChg>
        <pc:spChg chg="mod">
          <ac:chgData name="Наиля Мавлюдова" userId="946b87bdd2203ae6" providerId="LiveId" clId="{4E2E33E9-0B3B-425E-AC49-8B1336297E9E}" dt="2026-08-27T13:22:31.268" v="202" actId="255"/>
          <ac:spMkLst>
            <pc:docMk/>
            <pc:sldMk cId="447041375" sldId="267"/>
            <ac:spMk id="15" creationId="{DF9513C6-C841-46DF-9A47-9F225B08046E}"/>
          </ac:spMkLst>
        </pc:spChg>
        <pc:grpChg chg="add mod">
          <ac:chgData name="Наиля Мавлюдова" userId="946b87bdd2203ae6" providerId="LiveId" clId="{4E2E33E9-0B3B-425E-AC49-8B1336297E9E}" dt="2026-08-27T13:14:27.002" v="141"/>
          <ac:grpSpMkLst>
            <pc:docMk/>
            <pc:sldMk cId="447041375" sldId="267"/>
            <ac:grpSpMk id="10" creationId="{86AA235B-A170-A229-BB06-604A9927302C}"/>
          </ac:grpSpMkLst>
        </pc:grpChg>
        <pc:picChg chg="add mod">
          <ac:chgData name="Наиля Мавлюдова" userId="946b87bdd2203ae6" providerId="LiveId" clId="{4E2E33E9-0B3B-425E-AC49-8B1336297E9E}" dt="2026-08-27T13:14:27.002" v="141"/>
          <ac:picMkLst>
            <pc:docMk/>
            <pc:sldMk cId="447041375" sldId="267"/>
            <ac:picMk id="7" creationId="{F85AF080-8629-DB55-D351-4335F692B2F9}"/>
          </ac:picMkLst>
        </pc:picChg>
        <pc:cxnChg chg="mod">
          <ac:chgData name="Наиля Мавлюдова" userId="946b87bdd2203ae6" providerId="LiveId" clId="{4E2E33E9-0B3B-425E-AC49-8B1336297E9E}" dt="2026-08-27T13:14:27.002" v="141"/>
          <ac:cxnSpMkLst>
            <pc:docMk/>
            <pc:sldMk cId="447041375" sldId="267"/>
            <ac:cxnSpMk id="13" creationId="{3D72F5A7-ABC6-84EC-1E84-05495AF3CBDD}"/>
          </ac:cxnSpMkLst>
        </pc:cxnChg>
        <pc:cxnChg chg="mod">
          <ac:chgData name="Наиля Мавлюдова" userId="946b87bdd2203ae6" providerId="LiveId" clId="{4E2E33E9-0B3B-425E-AC49-8B1336297E9E}" dt="2026-08-27T13:14:27.002" v="141"/>
          <ac:cxnSpMkLst>
            <pc:docMk/>
            <pc:sldMk cId="447041375" sldId="267"/>
            <ac:cxnSpMk id="16" creationId="{581B50D6-4AD7-BFAF-10D0-F0241DA37338}"/>
          </ac:cxnSpMkLst>
        </pc:cxnChg>
        <pc:cxnChg chg="mod">
          <ac:chgData name="Наиля Мавлюдова" userId="946b87bdd2203ae6" providerId="LiveId" clId="{4E2E33E9-0B3B-425E-AC49-8B1336297E9E}" dt="2026-08-27T13:14:27.002" v="141"/>
          <ac:cxnSpMkLst>
            <pc:docMk/>
            <pc:sldMk cId="447041375" sldId="267"/>
            <ac:cxnSpMk id="17" creationId="{4124FC38-6010-2BD3-B96B-B8946FDD37A5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23:57.044" v="218" actId="14100"/>
        <pc:sldMkLst>
          <pc:docMk/>
          <pc:sldMk cId="409969581" sldId="268"/>
        </pc:sldMkLst>
        <pc:spChg chg="mod">
          <ac:chgData name="Наиля Мавлюдова" userId="946b87bdd2203ae6" providerId="LiveId" clId="{4E2E33E9-0B3B-425E-AC49-8B1336297E9E}" dt="2026-08-27T13:22:48.405" v="205" actId="1076"/>
          <ac:spMkLst>
            <pc:docMk/>
            <pc:sldMk cId="409969581" sldId="268"/>
            <ac:spMk id="2" creationId="{DEC465B7-EC2B-4F21-A904-CC016E60152D}"/>
          </ac:spMkLst>
        </pc:spChg>
        <pc:spChg chg="del">
          <ac:chgData name="Наиля Мавлюдова" userId="946b87bdd2203ae6" providerId="LiveId" clId="{4E2E33E9-0B3B-425E-AC49-8B1336297E9E}" dt="2026-08-27T13:22:37.655" v="203" actId="478"/>
          <ac:spMkLst>
            <pc:docMk/>
            <pc:sldMk cId="409969581" sldId="268"/>
            <ac:spMk id="3" creationId="{5E3ABC09-A272-4478-8799-1AE7A2E3EDC7}"/>
          </ac:spMkLst>
        </pc:spChg>
        <pc:spChg chg="del">
          <ac:chgData name="Наиля Мавлюдова" userId="946b87bdd2203ae6" providerId="LiveId" clId="{4E2E33E9-0B3B-425E-AC49-8B1336297E9E}" dt="2026-08-27T13:23:53.485" v="217" actId="478"/>
          <ac:spMkLst>
            <pc:docMk/>
            <pc:sldMk cId="409969581" sldId="268"/>
            <ac:spMk id="4" creationId="{ABF83465-9F06-4092-976D-99EF8F2A9BEC}"/>
          </ac:spMkLst>
        </pc:spChg>
        <pc:spChg chg="mod">
          <ac:chgData name="Наиля Мавлюдова" userId="946b87bdd2203ae6" providerId="LiveId" clId="{4E2E33E9-0B3B-425E-AC49-8B1336297E9E}" dt="2026-08-27T13:23:26.364" v="211" actId="255"/>
          <ac:spMkLst>
            <pc:docMk/>
            <pc:sldMk cId="409969581" sldId="268"/>
            <ac:spMk id="7" creationId="{059BAFCF-E4D5-4BB0-A361-3E6B5A157CEA}"/>
          </ac:spMkLst>
        </pc:spChg>
        <pc:spChg chg="mod">
          <ac:chgData name="Наиля Мавлюдова" userId="946b87bdd2203ae6" providerId="LiveId" clId="{4E2E33E9-0B3B-425E-AC49-8B1336297E9E}" dt="2026-08-27T13:03:14.227" v="20" actId="27636"/>
          <ac:spMkLst>
            <pc:docMk/>
            <pc:sldMk cId="409969581" sldId="268"/>
            <ac:spMk id="8" creationId="{8ADA7E54-5AA9-4473-8B20-E6419A3B77F7}"/>
          </ac:spMkLst>
        </pc:spChg>
        <pc:spChg chg="mod">
          <ac:chgData name="Наиля Мавлюдова" userId="946b87bdd2203ae6" providerId="LiveId" clId="{4E2E33E9-0B3B-425E-AC49-8B1336297E9E}" dt="2026-08-27T13:23:36.522" v="212" actId="255"/>
          <ac:spMkLst>
            <pc:docMk/>
            <pc:sldMk cId="409969581" sldId="268"/>
            <ac:spMk id="9" creationId="{F9B3606F-920C-4BF8-8286-E17D9DFADE88}"/>
          </ac:spMkLst>
        </pc:spChg>
        <pc:spChg chg="mod">
          <ac:chgData name="Наиля Мавлюдова" userId="946b87bdd2203ae6" providerId="LiveId" clId="{4E2E33E9-0B3B-425E-AC49-8B1336297E9E}" dt="2026-08-27T13:23:43.952" v="213" actId="255"/>
          <ac:spMkLst>
            <pc:docMk/>
            <pc:sldMk cId="409969581" sldId="268"/>
            <ac:spMk id="11" creationId="{435234C7-52C2-4C1F-8EE9-7E49A54F35E9}"/>
          </ac:spMkLst>
        </pc:spChg>
        <pc:spChg chg="mod">
          <ac:chgData name="Наиля Мавлюдова" userId="946b87bdd2203ae6" providerId="LiveId" clId="{4E2E33E9-0B3B-425E-AC49-8B1336297E9E}" dt="2026-08-27T13:23:57.044" v="218" actId="14100"/>
          <ac:spMkLst>
            <pc:docMk/>
            <pc:sldMk cId="409969581" sldId="268"/>
            <ac:spMk id="12" creationId="{71CE4976-E898-456C-9D64-5C465207E538}"/>
          </ac:spMkLst>
        </pc:spChg>
        <pc:grpChg chg="add mod">
          <ac:chgData name="Наиля Мавлюдова" userId="946b87bdd2203ae6" providerId="LiveId" clId="{4E2E33E9-0B3B-425E-AC49-8B1336297E9E}" dt="2026-08-27T13:14:29.183" v="142"/>
          <ac:grpSpMkLst>
            <pc:docMk/>
            <pc:sldMk cId="409969581" sldId="268"/>
            <ac:grpSpMk id="13" creationId="{E2539B4B-2D19-888C-69AA-4B1F87E41446}"/>
          </ac:grpSpMkLst>
        </pc:grpChg>
        <pc:picChg chg="add mod">
          <ac:chgData name="Наиля Мавлюдова" userId="946b87bdd2203ae6" providerId="LiveId" clId="{4E2E33E9-0B3B-425E-AC49-8B1336297E9E}" dt="2026-08-27T13:14:29.183" v="142"/>
          <ac:picMkLst>
            <pc:docMk/>
            <pc:sldMk cId="409969581" sldId="268"/>
            <ac:picMk id="10" creationId="{932D6E28-02B2-119C-BDDB-BAA23CB61679}"/>
          </ac:picMkLst>
        </pc:picChg>
        <pc:cxnChg chg="mod">
          <ac:chgData name="Наиля Мавлюдова" userId="946b87bdd2203ae6" providerId="LiveId" clId="{4E2E33E9-0B3B-425E-AC49-8B1336297E9E}" dt="2026-08-27T13:14:29.183" v="142"/>
          <ac:cxnSpMkLst>
            <pc:docMk/>
            <pc:sldMk cId="409969581" sldId="268"/>
            <ac:cxnSpMk id="14" creationId="{A95B14DF-FCF7-B4D3-E5E3-CEF2A825196A}"/>
          </ac:cxnSpMkLst>
        </pc:cxnChg>
        <pc:cxnChg chg="mod">
          <ac:chgData name="Наиля Мавлюдова" userId="946b87bdd2203ae6" providerId="LiveId" clId="{4E2E33E9-0B3B-425E-AC49-8B1336297E9E}" dt="2026-08-27T13:14:29.183" v="142"/>
          <ac:cxnSpMkLst>
            <pc:docMk/>
            <pc:sldMk cId="409969581" sldId="268"/>
            <ac:cxnSpMk id="16" creationId="{8B5DB088-9712-B913-CD8D-A026F7B78221}"/>
          </ac:cxnSpMkLst>
        </pc:cxnChg>
        <pc:cxnChg chg="mod">
          <ac:chgData name="Наиля Мавлюдова" userId="946b87bdd2203ae6" providerId="LiveId" clId="{4E2E33E9-0B3B-425E-AC49-8B1336297E9E}" dt="2026-08-27T13:14:29.183" v="142"/>
          <ac:cxnSpMkLst>
            <pc:docMk/>
            <pc:sldMk cId="409969581" sldId="268"/>
            <ac:cxnSpMk id="17" creationId="{C6AB2AED-1C48-030E-1D7C-D805C66DEEE3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25:23.923" v="238" actId="478"/>
        <pc:sldMkLst>
          <pc:docMk/>
          <pc:sldMk cId="875756141" sldId="269"/>
        </pc:sldMkLst>
        <pc:spChg chg="mod">
          <ac:chgData name="Наиля Мавлюдова" userId="946b87bdd2203ae6" providerId="LiveId" clId="{4E2E33E9-0B3B-425E-AC49-8B1336297E9E}" dt="2026-08-27T13:24:08.868" v="220" actId="1076"/>
          <ac:spMkLst>
            <pc:docMk/>
            <pc:sldMk cId="875756141" sldId="269"/>
            <ac:spMk id="2" creationId="{7D35CD6C-2F5A-400B-A4CA-DAF403E05C1B}"/>
          </ac:spMkLst>
        </pc:spChg>
        <pc:spChg chg="del">
          <ac:chgData name="Наиля Мавлюдова" userId="946b87bdd2203ae6" providerId="LiveId" clId="{4E2E33E9-0B3B-425E-AC49-8B1336297E9E}" dt="2026-08-27T13:24:04.948" v="219" actId="478"/>
          <ac:spMkLst>
            <pc:docMk/>
            <pc:sldMk cId="875756141" sldId="269"/>
            <ac:spMk id="3" creationId="{E77C8F04-FFF5-4D4B-81B6-35D0ABDC1F55}"/>
          </ac:spMkLst>
        </pc:spChg>
        <pc:spChg chg="del">
          <ac:chgData name="Наиля Мавлюдова" userId="946b87bdd2203ae6" providerId="LiveId" clId="{4E2E33E9-0B3B-425E-AC49-8B1336297E9E}" dt="2026-08-27T13:25:23.923" v="238" actId="478"/>
          <ac:spMkLst>
            <pc:docMk/>
            <pc:sldMk cId="875756141" sldId="269"/>
            <ac:spMk id="4" creationId="{E3B57C6C-CF2F-4975-AF93-4BE2520EB7F2}"/>
          </ac:spMkLst>
        </pc:spChg>
        <pc:spChg chg="del">
          <ac:chgData name="Наиля Мавлюдова" userId="946b87bdd2203ae6" providerId="LiveId" clId="{4E2E33E9-0B3B-425E-AC49-8B1336297E9E}" dt="2026-08-27T13:24:15.404" v="221" actId="478"/>
          <ac:spMkLst>
            <pc:docMk/>
            <pc:sldMk cId="875756141" sldId="269"/>
            <ac:spMk id="5" creationId="{62342EDB-2AB6-4E9E-B772-988131F43FFB}"/>
          </ac:spMkLst>
        </pc:spChg>
        <pc:spChg chg="mod">
          <ac:chgData name="Наиля Мавлюдова" userId="946b87bdd2203ae6" providerId="LiveId" clId="{4E2E33E9-0B3B-425E-AC49-8B1336297E9E}" dt="2026-08-27T13:24:19.071" v="222" actId="1076"/>
          <ac:spMkLst>
            <pc:docMk/>
            <pc:sldMk cId="875756141" sldId="269"/>
            <ac:spMk id="6" creationId="{5ABD003F-9FA6-4119-BC07-BC0EFB726181}"/>
          </ac:spMkLst>
        </pc:spChg>
        <pc:spChg chg="mod">
          <ac:chgData name="Наиля Мавлюдова" userId="946b87bdd2203ae6" providerId="LiveId" clId="{4E2E33E9-0B3B-425E-AC49-8B1336297E9E}" dt="2026-08-27T13:24:27.769" v="224" actId="1076"/>
          <ac:spMkLst>
            <pc:docMk/>
            <pc:sldMk cId="875756141" sldId="269"/>
            <ac:spMk id="7" creationId="{26DB4324-B638-4D01-8A04-C6185B8896F8}"/>
          </ac:spMkLst>
        </pc:spChg>
        <pc:spChg chg="mod">
          <ac:chgData name="Наиля Мавлюдова" userId="946b87bdd2203ae6" providerId="LiveId" clId="{4E2E33E9-0B3B-425E-AC49-8B1336297E9E}" dt="2026-08-27T13:24:58.973" v="234" actId="6549"/>
          <ac:spMkLst>
            <pc:docMk/>
            <pc:sldMk cId="875756141" sldId="269"/>
            <ac:spMk id="10" creationId="{31CAC5B2-87B7-4F9C-A438-9D70DDEF5041}"/>
          </ac:spMkLst>
        </pc:spChg>
        <pc:spChg chg="mod">
          <ac:chgData name="Наиля Мавлюдова" userId="946b87bdd2203ae6" providerId="LiveId" clId="{4E2E33E9-0B3B-425E-AC49-8B1336297E9E}" dt="2026-08-27T13:25:07.479" v="235" actId="255"/>
          <ac:spMkLst>
            <pc:docMk/>
            <pc:sldMk cId="875756141" sldId="269"/>
            <ac:spMk id="12" creationId="{253F486C-0CFB-42D4-9341-06FB053C212A}"/>
          </ac:spMkLst>
        </pc:spChg>
        <pc:spChg chg="mod">
          <ac:chgData name="Наиля Мавлюдова" userId="946b87bdd2203ae6" providerId="LiveId" clId="{4E2E33E9-0B3B-425E-AC49-8B1336297E9E}" dt="2026-08-27T13:25:15.564" v="237" actId="255"/>
          <ac:spMkLst>
            <pc:docMk/>
            <pc:sldMk cId="875756141" sldId="269"/>
            <ac:spMk id="13" creationId="{4F13EF85-E8A0-4EF2-88A4-124A37593E24}"/>
          </ac:spMkLst>
        </pc:spChg>
        <pc:grpChg chg="add mod">
          <ac:chgData name="Наиля Мавлюдова" userId="946b87bdd2203ae6" providerId="LiveId" clId="{4E2E33E9-0B3B-425E-AC49-8B1336297E9E}" dt="2026-08-27T13:14:30.842" v="143"/>
          <ac:grpSpMkLst>
            <pc:docMk/>
            <pc:sldMk cId="875756141" sldId="269"/>
            <ac:grpSpMk id="14" creationId="{E5297EAD-9623-FE7C-4DD7-BBB6D0B9E375}"/>
          </ac:grpSpMkLst>
        </pc:grpChg>
        <pc:picChg chg="add mod">
          <ac:chgData name="Наиля Мавлюдова" userId="946b87bdd2203ae6" providerId="LiveId" clId="{4E2E33E9-0B3B-425E-AC49-8B1336297E9E}" dt="2026-08-27T13:14:30.842" v="143"/>
          <ac:picMkLst>
            <pc:docMk/>
            <pc:sldMk cId="875756141" sldId="269"/>
            <ac:picMk id="11" creationId="{9A6A0D3A-105A-9B43-CB1B-22C2CC6841B9}"/>
          </ac:picMkLst>
        </pc:picChg>
        <pc:cxnChg chg="mod">
          <ac:chgData name="Наиля Мавлюдова" userId="946b87bdd2203ae6" providerId="LiveId" clId="{4E2E33E9-0B3B-425E-AC49-8B1336297E9E}" dt="2026-08-27T13:14:30.842" v="143"/>
          <ac:cxnSpMkLst>
            <pc:docMk/>
            <pc:sldMk cId="875756141" sldId="269"/>
            <ac:cxnSpMk id="15" creationId="{FBC56F89-989B-CF1A-DCB0-509AB516F2C7}"/>
          </ac:cxnSpMkLst>
        </pc:cxnChg>
        <pc:cxnChg chg="mod">
          <ac:chgData name="Наиля Мавлюдова" userId="946b87bdd2203ae6" providerId="LiveId" clId="{4E2E33E9-0B3B-425E-AC49-8B1336297E9E}" dt="2026-08-27T13:14:30.842" v="143"/>
          <ac:cxnSpMkLst>
            <pc:docMk/>
            <pc:sldMk cId="875756141" sldId="269"/>
            <ac:cxnSpMk id="17" creationId="{CD26FC82-6230-00D2-C633-A607934A6D54}"/>
          </ac:cxnSpMkLst>
        </pc:cxnChg>
        <pc:cxnChg chg="mod">
          <ac:chgData name="Наиля Мавлюдова" userId="946b87bdd2203ae6" providerId="LiveId" clId="{4E2E33E9-0B3B-425E-AC49-8B1336297E9E}" dt="2026-08-27T13:14:30.842" v="143"/>
          <ac:cxnSpMkLst>
            <pc:docMk/>
            <pc:sldMk cId="875756141" sldId="269"/>
            <ac:cxnSpMk id="18" creationId="{D8094758-6CB5-D6A5-6262-6606C50A648B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28:37.669" v="280" actId="478"/>
        <pc:sldMkLst>
          <pc:docMk/>
          <pc:sldMk cId="1198588885" sldId="270"/>
        </pc:sldMkLst>
        <pc:spChg chg="mod">
          <ac:chgData name="Наиля Мавлюдова" userId="946b87bdd2203ae6" providerId="LiveId" clId="{4E2E33E9-0B3B-425E-AC49-8B1336297E9E}" dt="2026-08-27T13:25:34.225" v="242" actId="1076"/>
          <ac:spMkLst>
            <pc:docMk/>
            <pc:sldMk cId="1198588885" sldId="270"/>
            <ac:spMk id="2" creationId="{879CF16B-BB80-42AB-B9A3-2FFE9F2E550C}"/>
          </ac:spMkLst>
        </pc:spChg>
        <pc:spChg chg="del">
          <ac:chgData name="Наиля Мавлюдова" userId="946b87bdd2203ae6" providerId="LiveId" clId="{4E2E33E9-0B3B-425E-AC49-8B1336297E9E}" dt="2026-08-27T13:25:28.225" v="239" actId="478"/>
          <ac:spMkLst>
            <pc:docMk/>
            <pc:sldMk cId="1198588885" sldId="270"/>
            <ac:spMk id="3" creationId="{7C943CF2-CD27-4202-9F89-ADBA9005F162}"/>
          </ac:spMkLst>
        </pc:spChg>
        <pc:spChg chg="del">
          <ac:chgData name="Наиля Мавлюдова" userId="946b87bdd2203ae6" providerId="LiveId" clId="{4E2E33E9-0B3B-425E-AC49-8B1336297E9E}" dt="2026-08-27T13:28:37.669" v="280" actId="478"/>
          <ac:spMkLst>
            <pc:docMk/>
            <pc:sldMk cId="1198588885" sldId="270"/>
            <ac:spMk id="4" creationId="{BAFC2754-E5BB-4CFC-9459-B0E9082D1E38}"/>
          </ac:spMkLst>
        </pc:spChg>
        <pc:spChg chg="mod">
          <ac:chgData name="Наиля Мавлюдова" userId="946b87bdd2203ae6" providerId="LiveId" clId="{4E2E33E9-0B3B-425E-AC49-8B1336297E9E}" dt="2026-08-27T13:25:51.824" v="247" actId="27636"/>
          <ac:spMkLst>
            <pc:docMk/>
            <pc:sldMk cId="1198588885" sldId="270"/>
            <ac:spMk id="9" creationId="{9BDF205C-0BFF-4E79-AC64-C988590C8909}"/>
          </ac:spMkLst>
        </pc:spChg>
        <pc:spChg chg="mod">
          <ac:chgData name="Наиля Мавлюдова" userId="946b87bdd2203ae6" providerId="LiveId" clId="{4E2E33E9-0B3B-425E-AC49-8B1336297E9E}" dt="2026-08-27T13:26:33.068" v="255" actId="403"/>
          <ac:spMkLst>
            <pc:docMk/>
            <pc:sldMk cId="1198588885" sldId="270"/>
            <ac:spMk id="10" creationId="{205D8AEA-158B-4D00-AF03-BC8C15F74DAB}"/>
          </ac:spMkLst>
        </pc:spChg>
        <pc:spChg chg="mod">
          <ac:chgData name="Наиля Мавлюдова" userId="946b87bdd2203ae6" providerId="LiveId" clId="{4E2E33E9-0B3B-425E-AC49-8B1336297E9E}" dt="2026-08-27T13:26:28.228" v="254" actId="27636"/>
          <ac:spMkLst>
            <pc:docMk/>
            <pc:sldMk cId="1198588885" sldId="270"/>
            <ac:spMk id="14" creationId="{0DC6E612-CBD9-4394-B724-DBFD0071AC59}"/>
          </ac:spMkLst>
        </pc:spChg>
        <pc:spChg chg="mod">
          <ac:chgData name="Наиля Мавлюдова" userId="946b87bdd2203ae6" providerId="LiveId" clId="{4E2E33E9-0B3B-425E-AC49-8B1336297E9E}" dt="2026-08-27T13:26:38.963" v="256" actId="403"/>
          <ac:spMkLst>
            <pc:docMk/>
            <pc:sldMk cId="1198588885" sldId="270"/>
            <ac:spMk id="15" creationId="{2B766D8F-1B89-4143-A7CA-B28A70146E59}"/>
          </ac:spMkLst>
        </pc:spChg>
        <pc:grpChg chg="add mod">
          <ac:chgData name="Наиля Мавлюдова" userId="946b87bdd2203ae6" providerId="LiveId" clId="{4E2E33E9-0B3B-425E-AC49-8B1336297E9E}" dt="2026-08-27T13:14:32.149" v="144"/>
          <ac:grpSpMkLst>
            <pc:docMk/>
            <pc:sldMk cId="1198588885" sldId="270"/>
            <ac:grpSpMk id="17" creationId="{5A8C14AA-5247-A16E-C17C-6966C9AF77B5}"/>
          </ac:grpSpMkLst>
        </pc:grpChg>
        <pc:picChg chg="add mod">
          <ac:chgData name="Наиля Мавлюдова" userId="946b87bdd2203ae6" providerId="LiveId" clId="{4E2E33E9-0B3B-425E-AC49-8B1336297E9E}" dt="2026-08-27T13:14:32.149" v="144"/>
          <ac:picMkLst>
            <pc:docMk/>
            <pc:sldMk cId="1198588885" sldId="270"/>
            <ac:picMk id="16" creationId="{A715CB40-154B-B818-C343-C06127BCD129}"/>
          </ac:picMkLst>
        </pc:picChg>
        <pc:cxnChg chg="mod">
          <ac:chgData name="Наиля Мавлюдова" userId="946b87bdd2203ae6" providerId="LiveId" clId="{4E2E33E9-0B3B-425E-AC49-8B1336297E9E}" dt="2026-08-27T13:14:32.149" v="144"/>
          <ac:cxnSpMkLst>
            <pc:docMk/>
            <pc:sldMk cId="1198588885" sldId="270"/>
            <ac:cxnSpMk id="19" creationId="{04FE8A59-F418-EBEA-A3FF-0BF3B03A3366}"/>
          </ac:cxnSpMkLst>
        </pc:cxnChg>
        <pc:cxnChg chg="mod">
          <ac:chgData name="Наиля Мавлюдова" userId="946b87bdd2203ae6" providerId="LiveId" clId="{4E2E33E9-0B3B-425E-AC49-8B1336297E9E}" dt="2026-08-27T13:14:32.149" v="144"/>
          <ac:cxnSpMkLst>
            <pc:docMk/>
            <pc:sldMk cId="1198588885" sldId="270"/>
            <ac:cxnSpMk id="20" creationId="{78A9324F-C4DA-6293-EC0C-A85406B3412D}"/>
          </ac:cxnSpMkLst>
        </pc:cxnChg>
        <pc:cxnChg chg="mod">
          <ac:chgData name="Наиля Мавлюдова" userId="946b87bdd2203ae6" providerId="LiveId" clId="{4E2E33E9-0B3B-425E-AC49-8B1336297E9E}" dt="2026-08-27T13:14:32.149" v="144"/>
          <ac:cxnSpMkLst>
            <pc:docMk/>
            <pc:sldMk cId="1198588885" sldId="270"/>
            <ac:cxnSpMk id="21" creationId="{088EB771-F788-4797-AD70-A0C1BD2AFC2E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28:43.689" v="281" actId="478"/>
        <pc:sldMkLst>
          <pc:docMk/>
          <pc:sldMk cId="289283408" sldId="271"/>
        </pc:sldMkLst>
        <pc:spChg chg="mod">
          <ac:chgData name="Наиля Мавлюдова" userId="946b87bdd2203ae6" providerId="LiveId" clId="{4E2E33E9-0B3B-425E-AC49-8B1336297E9E}" dt="2026-08-27T13:26:50.638" v="258" actId="1076"/>
          <ac:spMkLst>
            <pc:docMk/>
            <pc:sldMk cId="289283408" sldId="271"/>
            <ac:spMk id="2" creationId="{C1253F2C-F2BB-4925-8270-4681CB75B5D0}"/>
          </ac:spMkLst>
        </pc:spChg>
        <pc:spChg chg="del">
          <ac:chgData name="Наиля Мавлюдова" userId="946b87bdd2203ae6" providerId="LiveId" clId="{4E2E33E9-0B3B-425E-AC49-8B1336297E9E}" dt="2026-08-27T13:26:46.483" v="257" actId="478"/>
          <ac:spMkLst>
            <pc:docMk/>
            <pc:sldMk cId="289283408" sldId="271"/>
            <ac:spMk id="3" creationId="{BE403B82-42B7-4E9E-9BCD-4352C5BF2D10}"/>
          </ac:spMkLst>
        </pc:spChg>
        <pc:spChg chg="del">
          <ac:chgData name="Наиля Мавлюдова" userId="946b87bdd2203ae6" providerId="LiveId" clId="{4E2E33E9-0B3B-425E-AC49-8B1336297E9E}" dt="2026-08-27T13:28:43.689" v="281" actId="478"/>
          <ac:spMkLst>
            <pc:docMk/>
            <pc:sldMk cId="289283408" sldId="271"/>
            <ac:spMk id="4" creationId="{BDC30BFE-72C6-4CA4-A14D-BBBB76EC858B}"/>
          </ac:spMkLst>
        </pc:spChg>
        <pc:spChg chg="mod">
          <ac:chgData name="Наиля Мавлюдова" userId="946b87bdd2203ae6" providerId="LiveId" clId="{4E2E33E9-0B3B-425E-AC49-8B1336297E9E}" dt="2026-08-27T13:27:04.586" v="259" actId="403"/>
          <ac:spMkLst>
            <pc:docMk/>
            <pc:sldMk cId="289283408" sldId="271"/>
            <ac:spMk id="8" creationId="{02C4C1EF-3BD6-4F9F-B512-B74D9688C98B}"/>
          </ac:spMkLst>
        </pc:spChg>
        <pc:spChg chg="mod">
          <ac:chgData name="Наиля Мавлюдова" userId="946b87bdd2203ae6" providerId="LiveId" clId="{4E2E33E9-0B3B-425E-AC49-8B1336297E9E}" dt="2026-08-27T13:27:10.245" v="260" actId="403"/>
          <ac:spMkLst>
            <pc:docMk/>
            <pc:sldMk cId="289283408" sldId="271"/>
            <ac:spMk id="11" creationId="{9C763B1E-2DE0-4988-9EEC-3F5AF01BCE02}"/>
          </ac:spMkLst>
        </pc:spChg>
        <pc:spChg chg="mod">
          <ac:chgData name="Наиля Мавлюдова" userId="946b87bdd2203ae6" providerId="LiveId" clId="{4E2E33E9-0B3B-425E-AC49-8B1336297E9E}" dt="2026-08-27T13:27:15.484" v="261" actId="403"/>
          <ac:spMkLst>
            <pc:docMk/>
            <pc:sldMk cId="289283408" sldId="271"/>
            <ac:spMk id="14" creationId="{E5812058-1531-48DE-8982-D7072D7032DF}"/>
          </ac:spMkLst>
        </pc:spChg>
        <pc:spChg chg="mod">
          <ac:chgData name="Наиля Мавлюдова" userId="946b87bdd2203ae6" providerId="LiveId" clId="{4E2E33E9-0B3B-425E-AC49-8B1336297E9E}" dt="2026-08-27T13:27:20.656" v="262" actId="403"/>
          <ac:spMkLst>
            <pc:docMk/>
            <pc:sldMk cId="289283408" sldId="271"/>
            <ac:spMk id="17" creationId="{73F97752-4AD9-4CF5-ADB5-E69DE71CBA8A}"/>
          </ac:spMkLst>
        </pc:spChg>
        <pc:grpChg chg="add mod">
          <ac:chgData name="Наиля Мавлюдова" userId="946b87bdd2203ae6" providerId="LiveId" clId="{4E2E33E9-0B3B-425E-AC49-8B1336297E9E}" dt="2026-08-27T13:14:36.142" v="147" actId="1035"/>
          <ac:grpSpMkLst>
            <pc:docMk/>
            <pc:sldMk cId="289283408" sldId="271"/>
            <ac:grpSpMk id="9" creationId="{783FF72D-14B0-DDE0-DFCE-355C7E9970FD}"/>
          </ac:grpSpMkLst>
        </pc:grpChg>
        <pc:picChg chg="add mod">
          <ac:chgData name="Наиля Мавлюдова" userId="946b87bdd2203ae6" providerId="LiveId" clId="{4E2E33E9-0B3B-425E-AC49-8B1336297E9E}" dt="2026-08-27T13:14:36.142" v="147" actId="1035"/>
          <ac:picMkLst>
            <pc:docMk/>
            <pc:sldMk cId="289283408" sldId="271"/>
            <ac:picMk id="6" creationId="{D0A7A685-B569-62D3-009C-5DDDDB1FA3F0}"/>
          </ac:picMkLst>
        </pc:picChg>
        <pc:cxnChg chg="mod">
          <ac:chgData name="Наиля Мавлюдова" userId="946b87bdd2203ae6" providerId="LiveId" clId="{4E2E33E9-0B3B-425E-AC49-8B1336297E9E}" dt="2026-08-27T13:14:34.147" v="145"/>
          <ac:cxnSpMkLst>
            <pc:docMk/>
            <pc:sldMk cId="289283408" sldId="271"/>
            <ac:cxnSpMk id="12" creationId="{204BA6C7-6DA0-A26E-11DA-43599A83656B}"/>
          </ac:cxnSpMkLst>
        </pc:cxnChg>
        <pc:cxnChg chg="mod">
          <ac:chgData name="Наиля Мавлюдова" userId="946b87bdd2203ae6" providerId="LiveId" clId="{4E2E33E9-0B3B-425E-AC49-8B1336297E9E}" dt="2026-08-27T13:14:34.147" v="145"/>
          <ac:cxnSpMkLst>
            <pc:docMk/>
            <pc:sldMk cId="289283408" sldId="271"/>
            <ac:cxnSpMk id="15" creationId="{C6A985CC-D22F-6A1C-92D2-3EBDDC099BC8}"/>
          </ac:cxnSpMkLst>
        </pc:cxnChg>
        <pc:cxnChg chg="mod">
          <ac:chgData name="Наиля Мавлюдова" userId="946b87bdd2203ae6" providerId="LiveId" clId="{4E2E33E9-0B3B-425E-AC49-8B1336297E9E}" dt="2026-08-27T13:14:34.147" v="145"/>
          <ac:cxnSpMkLst>
            <pc:docMk/>
            <pc:sldMk cId="289283408" sldId="271"/>
            <ac:cxnSpMk id="18" creationId="{823A3E91-E9E4-8FE7-0727-EDBF140068CC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28:51.718" v="282" actId="478"/>
        <pc:sldMkLst>
          <pc:docMk/>
          <pc:sldMk cId="1757916477" sldId="272"/>
        </pc:sldMkLst>
        <pc:spChg chg="mod">
          <ac:chgData name="Наиля Мавлюдова" userId="946b87bdd2203ae6" providerId="LiveId" clId="{4E2E33E9-0B3B-425E-AC49-8B1336297E9E}" dt="2026-08-27T13:27:34.322" v="266" actId="1076"/>
          <ac:spMkLst>
            <pc:docMk/>
            <pc:sldMk cId="1757916477" sldId="272"/>
            <ac:spMk id="2" creationId="{5BF98D1A-DA07-484A-97CE-609D0F1A622A}"/>
          </ac:spMkLst>
        </pc:spChg>
        <pc:spChg chg="del">
          <ac:chgData name="Наиля Мавлюдова" userId="946b87bdd2203ae6" providerId="LiveId" clId="{4E2E33E9-0B3B-425E-AC49-8B1336297E9E}" dt="2026-08-27T13:27:27.329" v="263" actId="478"/>
          <ac:spMkLst>
            <pc:docMk/>
            <pc:sldMk cId="1757916477" sldId="272"/>
            <ac:spMk id="3" creationId="{5D2BCF7A-C898-4154-B1DB-6A2935F7A826}"/>
          </ac:spMkLst>
        </pc:spChg>
        <pc:spChg chg="del">
          <ac:chgData name="Наиля Мавлюдова" userId="946b87bdd2203ae6" providerId="LiveId" clId="{4E2E33E9-0B3B-425E-AC49-8B1336297E9E}" dt="2026-08-27T13:28:51.718" v="282" actId="478"/>
          <ac:spMkLst>
            <pc:docMk/>
            <pc:sldMk cId="1757916477" sldId="272"/>
            <ac:spMk id="4" creationId="{B2829F9A-36EF-49E1-822F-7E2700FF39B7}"/>
          </ac:spMkLst>
        </pc:spChg>
        <pc:spChg chg="mod">
          <ac:chgData name="Наиля Мавлюдова" userId="946b87bdd2203ae6" providerId="LiveId" clId="{4E2E33E9-0B3B-425E-AC49-8B1336297E9E}" dt="2026-08-27T13:27:54.776" v="271" actId="27636"/>
          <ac:spMkLst>
            <pc:docMk/>
            <pc:sldMk cId="1757916477" sldId="272"/>
            <ac:spMk id="9" creationId="{7B140D6D-BA56-428E-9B4E-90D31078703F}"/>
          </ac:spMkLst>
        </pc:spChg>
        <pc:spChg chg="mod">
          <ac:chgData name="Наиля Мавлюдова" userId="946b87bdd2203ae6" providerId="LiveId" clId="{4E2E33E9-0B3B-425E-AC49-8B1336297E9E}" dt="2026-08-27T13:28:15.742" v="277" actId="403"/>
          <ac:spMkLst>
            <pc:docMk/>
            <pc:sldMk cId="1757916477" sldId="272"/>
            <ac:spMk id="10" creationId="{77B0D806-9551-421E-8E8E-BD0267E6DC88}"/>
          </ac:spMkLst>
        </pc:spChg>
        <pc:spChg chg="mod">
          <ac:chgData name="Наиля Мавлюдова" userId="946b87bdd2203ae6" providerId="LiveId" clId="{4E2E33E9-0B3B-425E-AC49-8B1336297E9E}" dt="2026-08-27T13:28:09.997" v="276" actId="27636"/>
          <ac:spMkLst>
            <pc:docMk/>
            <pc:sldMk cId="1757916477" sldId="272"/>
            <ac:spMk id="14" creationId="{6FFE82AC-0D76-49CA-BDAB-7614425ABCC6}"/>
          </ac:spMkLst>
        </pc:spChg>
        <pc:spChg chg="mod">
          <ac:chgData name="Наиля Мавлюдова" userId="946b87bdd2203ae6" providerId="LiveId" clId="{4E2E33E9-0B3B-425E-AC49-8B1336297E9E}" dt="2026-08-27T13:28:20.009" v="278" actId="403"/>
          <ac:spMkLst>
            <pc:docMk/>
            <pc:sldMk cId="1757916477" sldId="272"/>
            <ac:spMk id="15" creationId="{275F2FEE-D15B-4B04-8CB6-2530654711BD}"/>
          </ac:spMkLst>
        </pc:spChg>
        <pc:grpChg chg="add mod">
          <ac:chgData name="Наиля Мавлюдова" userId="946b87bdd2203ae6" providerId="LiveId" clId="{4E2E33E9-0B3B-425E-AC49-8B1336297E9E}" dt="2026-08-27T13:14:38.048" v="148"/>
          <ac:grpSpMkLst>
            <pc:docMk/>
            <pc:sldMk cId="1757916477" sldId="272"/>
            <ac:grpSpMk id="17" creationId="{E0A79D0D-83DC-37A1-57E8-9E374F730E2D}"/>
          </ac:grpSpMkLst>
        </pc:grpChg>
        <pc:picChg chg="add mod">
          <ac:chgData name="Наиля Мавлюдова" userId="946b87bdd2203ae6" providerId="LiveId" clId="{4E2E33E9-0B3B-425E-AC49-8B1336297E9E}" dt="2026-08-27T13:14:38.048" v="148"/>
          <ac:picMkLst>
            <pc:docMk/>
            <pc:sldMk cId="1757916477" sldId="272"/>
            <ac:picMk id="16" creationId="{88D271BD-B2FB-0045-0CCC-1689135FB9D0}"/>
          </ac:picMkLst>
        </pc:picChg>
        <pc:cxnChg chg="mod">
          <ac:chgData name="Наиля Мавлюдова" userId="946b87bdd2203ae6" providerId="LiveId" clId="{4E2E33E9-0B3B-425E-AC49-8B1336297E9E}" dt="2026-08-27T13:14:38.048" v="148"/>
          <ac:cxnSpMkLst>
            <pc:docMk/>
            <pc:sldMk cId="1757916477" sldId="272"/>
            <ac:cxnSpMk id="19" creationId="{59027EA7-7673-DD2F-DE10-58A42C5C1CBB}"/>
          </ac:cxnSpMkLst>
        </pc:cxnChg>
        <pc:cxnChg chg="mod">
          <ac:chgData name="Наиля Мавлюдова" userId="946b87bdd2203ae6" providerId="LiveId" clId="{4E2E33E9-0B3B-425E-AC49-8B1336297E9E}" dt="2026-08-27T13:14:38.048" v="148"/>
          <ac:cxnSpMkLst>
            <pc:docMk/>
            <pc:sldMk cId="1757916477" sldId="272"/>
            <ac:cxnSpMk id="20" creationId="{68D8DAD4-2E84-C954-75EB-018B2658FECA}"/>
          </ac:cxnSpMkLst>
        </pc:cxnChg>
        <pc:cxnChg chg="mod">
          <ac:chgData name="Наиля Мавлюдова" userId="946b87bdd2203ae6" providerId="LiveId" clId="{4E2E33E9-0B3B-425E-AC49-8B1336297E9E}" dt="2026-08-27T13:14:38.048" v="148"/>
          <ac:cxnSpMkLst>
            <pc:docMk/>
            <pc:sldMk cId="1757916477" sldId="272"/>
            <ac:cxnSpMk id="21" creationId="{112388BE-7E30-4CCD-4934-037D59E40F6E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33:15.518" v="303"/>
        <pc:sldMkLst>
          <pc:docMk/>
          <pc:sldMk cId="2086814218" sldId="273"/>
        </pc:sldMkLst>
        <pc:spChg chg="mod">
          <ac:chgData name="Наиля Мавлюдова" userId="946b87bdd2203ae6" providerId="LiveId" clId="{4E2E33E9-0B3B-425E-AC49-8B1336297E9E}" dt="2026-08-27T13:29:05.753" v="283" actId="1076"/>
          <ac:spMkLst>
            <pc:docMk/>
            <pc:sldMk cId="2086814218" sldId="273"/>
            <ac:spMk id="2" creationId="{39AA5FA8-9B9C-403E-AA6F-1D260F0A207E}"/>
          </ac:spMkLst>
        </pc:spChg>
        <pc:spChg chg="del">
          <ac:chgData name="Наиля Мавлюдова" userId="946b87bdd2203ae6" providerId="LiveId" clId="{4E2E33E9-0B3B-425E-AC49-8B1336297E9E}" dt="2026-08-27T13:28:26.328" v="279" actId="478"/>
          <ac:spMkLst>
            <pc:docMk/>
            <pc:sldMk cId="2086814218" sldId="273"/>
            <ac:spMk id="3" creationId="{D8FC5E23-C3AA-4288-ABE6-8467915046C7}"/>
          </ac:spMkLst>
        </pc:spChg>
        <pc:spChg chg="del">
          <ac:chgData name="Наиля Мавлюдова" userId="946b87bdd2203ae6" providerId="LiveId" clId="{4E2E33E9-0B3B-425E-AC49-8B1336297E9E}" dt="2026-08-27T13:29:18.927" v="286" actId="478"/>
          <ac:spMkLst>
            <pc:docMk/>
            <pc:sldMk cId="2086814218" sldId="273"/>
            <ac:spMk id="4" creationId="{02BC98EE-7D2C-49D0-AB1B-B286BBEDCE64}"/>
          </ac:spMkLst>
        </pc:spChg>
        <pc:spChg chg="del">
          <ac:chgData name="Наиля Мавлюдова" userId="946b87bdd2203ae6" providerId="LiveId" clId="{4E2E33E9-0B3B-425E-AC49-8B1336297E9E}" dt="2026-08-27T13:29:09.314" v="284" actId="478"/>
          <ac:spMkLst>
            <pc:docMk/>
            <pc:sldMk cId="2086814218" sldId="273"/>
            <ac:spMk id="5" creationId="{50426578-A469-45D9-B73C-93907CA11322}"/>
          </ac:spMkLst>
        </pc:spChg>
        <pc:spChg chg="mod">
          <ac:chgData name="Наиля Мавлюдова" userId="946b87bdd2203ae6" providerId="LiveId" clId="{4E2E33E9-0B3B-425E-AC49-8B1336297E9E}" dt="2026-08-27T13:29:12.718" v="285" actId="403"/>
          <ac:spMkLst>
            <pc:docMk/>
            <pc:sldMk cId="2086814218" sldId="273"/>
            <ac:spMk id="7" creationId="{95CCDACB-A49F-4939-AE7B-DC7D04098D0E}"/>
          </ac:spMkLst>
        </pc:spChg>
        <pc:spChg chg="mod">
          <ac:chgData name="Наиля Мавлюдова" userId="946b87bdd2203ae6" providerId="LiveId" clId="{4E2E33E9-0B3B-425E-AC49-8B1336297E9E}" dt="2026-08-27T13:33:15.518" v="303"/>
          <ac:spMkLst>
            <pc:docMk/>
            <pc:sldMk cId="2086814218" sldId="273"/>
            <ac:spMk id="10" creationId="{DE1066E8-E2D3-4C10-A96C-05E8F69F59E2}"/>
          </ac:spMkLst>
        </pc:spChg>
        <pc:spChg chg="mod">
          <ac:chgData name="Наиля Мавлюдова" userId="946b87bdd2203ae6" providerId="LiveId" clId="{4E2E33E9-0B3B-425E-AC49-8B1336297E9E}" dt="2026-08-27T13:29:26.053" v="287" actId="255"/>
          <ac:spMkLst>
            <pc:docMk/>
            <pc:sldMk cId="2086814218" sldId="273"/>
            <ac:spMk id="12" creationId="{A9E0B510-D494-46F6-926D-AC9B9F963C1D}"/>
          </ac:spMkLst>
        </pc:spChg>
        <pc:spChg chg="mod">
          <ac:chgData name="Наиля Мавлюдова" userId="946b87bdd2203ae6" providerId="LiveId" clId="{4E2E33E9-0B3B-425E-AC49-8B1336297E9E}" dt="2026-08-27T13:29:34.588" v="289" actId="255"/>
          <ac:spMkLst>
            <pc:docMk/>
            <pc:sldMk cId="2086814218" sldId="273"/>
            <ac:spMk id="13" creationId="{A005F175-0162-4FC4-B8EB-8244957556CE}"/>
          </ac:spMkLst>
        </pc:spChg>
        <pc:grpChg chg="add mod">
          <ac:chgData name="Наиля Мавлюдова" userId="946b87bdd2203ae6" providerId="LiveId" clId="{4E2E33E9-0B3B-425E-AC49-8B1336297E9E}" dt="2026-08-27T13:14:39.395" v="149"/>
          <ac:grpSpMkLst>
            <pc:docMk/>
            <pc:sldMk cId="2086814218" sldId="273"/>
            <ac:grpSpMk id="14" creationId="{8F86AC8E-6B66-EF7F-01B3-BC2BF9BA0B0D}"/>
          </ac:grpSpMkLst>
        </pc:grpChg>
        <pc:picChg chg="add mod">
          <ac:chgData name="Наиля Мавлюдова" userId="946b87bdd2203ae6" providerId="LiveId" clId="{4E2E33E9-0B3B-425E-AC49-8B1336297E9E}" dt="2026-08-27T13:14:39.395" v="149"/>
          <ac:picMkLst>
            <pc:docMk/>
            <pc:sldMk cId="2086814218" sldId="273"/>
            <ac:picMk id="11" creationId="{A43CACD4-41C6-A76E-9C9C-2A8AFD1DDA75}"/>
          </ac:picMkLst>
        </pc:picChg>
        <pc:cxnChg chg="mod">
          <ac:chgData name="Наиля Мавлюдова" userId="946b87bdd2203ae6" providerId="LiveId" clId="{4E2E33E9-0B3B-425E-AC49-8B1336297E9E}" dt="2026-08-27T13:14:39.395" v="149"/>
          <ac:cxnSpMkLst>
            <pc:docMk/>
            <pc:sldMk cId="2086814218" sldId="273"/>
            <ac:cxnSpMk id="15" creationId="{FEF02F23-E382-3B19-A266-DF6A97367EB1}"/>
          </ac:cxnSpMkLst>
        </pc:cxnChg>
        <pc:cxnChg chg="mod">
          <ac:chgData name="Наиля Мавлюдова" userId="946b87bdd2203ae6" providerId="LiveId" clId="{4E2E33E9-0B3B-425E-AC49-8B1336297E9E}" dt="2026-08-27T13:14:39.395" v="149"/>
          <ac:cxnSpMkLst>
            <pc:docMk/>
            <pc:sldMk cId="2086814218" sldId="273"/>
            <ac:cxnSpMk id="17" creationId="{17925845-787C-A137-F624-75003907E4D7}"/>
          </ac:cxnSpMkLst>
        </pc:cxnChg>
        <pc:cxnChg chg="mod">
          <ac:chgData name="Наиля Мавлюдова" userId="946b87bdd2203ae6" providerId="LiveId" clId="{4E2E33E9-0B3B-425E-AC49-8B1336297E9E}" dt="2026-08-27T13:14:39.395" v="149"/>
          <ac:cxnSpMkLst>
            <pc:docMk/>
            <pc:sldMk cId="2086814218" sldId="273"/>
            <ac:cxnSpMk id="18" creationId="{A3F5CCDB-770F-4272-AD99-0B21A4442935}"/>
          </ac:cxnSpMkLst>
        </pc:cxnChg>
      </pc:sldChg>
      <pc:sldChg chg="addSp delSp modSp del mod">
        <pc:chgData name="Наиля Мавлюдова" userId="946b87bdd2203ae6" providerId="LiveId" clId="{4E2E33E9-0B3B-425E-AC49-8B1336297E9E}" dt="2026-08-27T13:41:46.987" v="361" actId="47"/>
        <pc:sldMkLst>
          <pc:docMk/>
          <pc:sldMk cId="242976821" sldId="274"/>
        </pc:sldMkLst>
        <pc:spChg chg="mod">
          <ac:chgData name="Наиля Мавлюдова" userId="946b87bdd2203ae6" providerId="LiveId" clId="{4E2E33E9-0B3B-425E-AC49-8B1336297E9E}" dt="2026-08-27T13:33:37.412" v="307" actId="1076"/>
          <ac:spMkLst>
            <pc:docMk/>
            <pc:sldMk cId="242976821" sldId="274"/>
            <ac:spMk id="2" creationId="{BDC653A9-90DA-4165-90AC-EAC5A895A81F}"/>
          </ac:spMkLst>
        </pc:spChg>
        <pc:spChg chg="del">
          <ac:chgData name="Наиля Мавлюдова" userId="946b87bdd2203ae6" providerId="LiveId" clId="{4E2E33E9-0B3B-425E-AC49-8B1336297E9E}" dt="2026-08-27T13:33:29.931" v="304" actId="478"/>
          <ac:spMkLst>
            <pc:docMk/>
            <pc:sldMk cId="242976821" sldId="274"/>
            <ac:spMk id="3" creationId="{03D7C7D8-19FE-4834-89F5-6273302EDE2B}"/>
          </ac:spMkLst>
        </pc:spChg>
        <pc:spChg chg="del">
          <ac:chgData name="Наиля Мавлюдова" userId="946b87bdd2203ae6" providerId="LiveId" clId="{4E2E33E9-0B3B-425E-AC49-8B1336297E9E}" dt="2026-08-27T13:33:41.496" v="308" actId="478"/>
          <ac:spMkLst>
            <pc:docMk/>
            <pc:sldMk cId="242976821" sldId="274"/>
            <ac:spMk id="4" creationId="{00467612-1E32-4065-A491-0C0F2A56605F}"/>
          </ac:spMkLst>
        </pc:spChg>
        <pc:spChg chg="mod">
          <ac:chgData name="Наиля Мавлюдова" userId="946b87bdd2203ae6" providerId="LiveId" clId="{4E2E33E9-0B3B-425E-AC49-8B1336297E9E}" dt="2026-08-27T13:33:59.692" v="311" actId="404"/>
          <ac:spMkLst>
            <pc:docMk/>
            <pc:sldMk cId="242976821" sldId="274"/>
            <ac:spMk id="9" creationId="{5B473500-A9EB-46BA-8254-934F8B92F65E}"/>
          </ac:spMkLst>
        </pc:spChg>
        <pc:spChg chg="mod">
          <ac:chgData name="Наиля Мавлюдова" userId="946b87bdd2203ae6" providerId="LiveId" clId="{4E2E33E9-0B3B-425E-AC49-8B1336297E9E}" dt="2026-08-27T13:34:21.486" v="315" actId="255"/>
          <ac:spMkLst>
            <pc:docMk/>
            <pc:sldMk cId="242976821" sldId="274"/>
            <ac:spMk id="10" creationId="{297E2686-23FE-4858-990A-963E59BB9F49}"/>
          </ac:spMkLst>
        </pc:spChg>
        <pc:spChg chg="mod">
          <ac:chgData name="Наиля Мавлюдова" userId="946b87bdd2203ae6" providerId="LiveId" clId="{4E2E33E9-0B3B-425E-AC49-8B1336297E9E}" dt="2026-08-27T13:34:13.199" v="314" actId="404"/>
          <ac:spMkLst>
            <pc:docMk/>
            <pc:sldMk cId="242976821" sldId="274"/>
            <ac:spMk id="14" creationId="{945A62D9-BA08-45FE-8125-886EB65DF69E}"/>
          </ac:spMkLst>
        </pc:spChg>
        <pc:spChg chg="mod">
          <ac:chgData name="Наиля Мавлюдова" userId="946b87bdd2203ae6" providerId="LiveId" clId="{4E2E33E9-0B3B-425E-AC49-8B1336297E9E}" dt="2026-08-27T13:34:21.486" v="315" actId="255"/>
          <ac:spMkLst>
            <pc:docMk/>
            <pc:sldMk cId="242976821" sldId="274"/>
            <ac:spMk id="15" creationId="{1A758D0E-0941-4ACF-94C5-C83BEC43B2DE}"/>
          </ac:spMkLst>
        </pc:spChg>
        <pc:grpChg chg="add mod">
          <ac:chgData name="Наиля Мавлюдова" userId="946b87bdd2203ae6" providerId="LiveId" clId="{4E2E33E9-0B3B-425E-AC49-8B1336297E9E}" dt="2026-08-27T13:33:33.694" v="306"/>
          <ac:grpSpMkLst>
            <pc:docMk/>
            <pc:sldMk cId="242976821" sldId="274"/>
            <ac:grpSpMk id="17" creationId="{A6CA5323-884A-54A9-0CDF-0C67A0EB3B44}"/>
          </ac:grpSpMkLst>
        </pc:grpChg>
        <pc:picChg chg="add mod">
          <ac:chgData name="Наиля Мавлюдова" userId="946b87bdd2203ae6" providerId="LiveId" clId="{4E2E33E9-0B3B-425E-AC49-8B1336297E9E}" dt="2026-08-27T13:33:33.694" v="306"/>
          <ac:picMkLst>
            <pc:docMk/>
            <pc:sldMk cId="242976821" sldId="274"/>
            <ac:picMk id="16" creationId="{0FFF28D6-9EEF-D572-3573-8E8788FF6BC1}"/>
          </ac:picMkLst>
        </pc:picChg>
        <pc:cxnChg chg="mod">
          <ac:chgData name="Наиля Мавлюдова" userId="946b87bdd2203ae6" providerId="LiveId" clId="{4E2E33E9-0B3B-425E-AC49-8B1336297E9E}" dt="2026-08-27T13:33:33.694" v="306"/>
          <ac:cxnSpMkLst>
            <pc:docMk/>
            <pc:sldMk cId="242976821" sldId="274"/>
            <ac:cxnSpMk id="19" creationId="{FADF3C7E-0202-1228-01C4-D255B80D1F2B}"/>
          </ac:cxnSpMkLst>
        </pc:cxnChg>
        <pc:cxnChg chg="mod">
          <ac:chgData name="Наиля Мавлюдова" userId="946b87bdd2203ae6" providerId="LiveId" clId="{4E2E33E9-0B3B-425E-AC49-8B1336297E9E}" dt="2026-08-27T13:33:33.694" v="306"/>
          <ac:cxnSpMkLst>
            <pc:docMk/>
            <pc:sldMk cId="242976821" sldId="274"/>
            <ac:cxnSpMk id="20" creationId="{B365ECCC-71D2-A435-3F1E-7A7CCE18E987}"/>
          </ac:cxnSpMkLst>
        </pc:cxnChg>
        <pc:cxnChg chg="mod">
          <ac:chgData name="Наиля Мавлюдова" userId="946b87bdd2203ae6" providerId="LiveId" clId="{4E2E33E9-0B3B-425E-AC49-8B1336297E9E}" dt="2026-08-27T13:33:33.694" v="306"/>
          <ac:cxnSpMkLst>
            <pc:docMk/>
            <pc:sldMk cId="242976821" sldId="274"/>
            <ac:cxnSpMk id="21" creationId="{5E185BFF-1A1F-99E7-82D6-B69F8FFF24F8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35:20.408" v="332" actId="1076"/>
        <pc:sldMkLst>
          <pc:docMk/>
          <pc:sldMk cId="856116609" sldId="275"/>
        </pc:sldMkLst>
        <pc:spChg chg="mod">
          <ac:chgData name="Наиля Мавлюдова" userId="946b87bdd2203ae6" providerId="LiveId" clId="{4E2E33E9-0B3B-425E-AC49-8B1336297E9E}" dt="2026-08-27T13:34:47.003" v="321" actId="1076"/>
          <ac:spMkLst>
            <pc:docMk/>
            <pc:sldMk cId="856116609" sldId="275"/>
            <ac:spMk id="2" creationId="{F1251F93-DE65-4838-8A6B-1D5DF885D6C5}"/>
          </ac:spMkLst>
        </pc:spChg>
        <pc:spChg chg="del mod">
          <ac:chgData name="Наиля Мавлюдова" userId="946b87bdd2203ae6" providerId="LiveId" clId="{4E2E33E9-0B3B-425E-AC49-8B1336297E9E}" dt="2026-08-27T13:34:30.358" v="318" actId="478"/>
          <ac:spMkLst>
            <pc:docMk/>
            <pc:sldMk cId="856116609" sldId="275"/>
            <ac:spMk id="3" creationId="{C0DAFE82-55B0-406C-88DC-F53DDA01804F}"/>
          </ac:spMkLst>
        </pc:spChg>
        <pc:spChg chg="del">
          <ac:chgData name="Наиля Мавлюдова" userId="946b87bdd2203ae6" providerId="LiveId" clId="{4E2E33E9-0B3B-425E-AC49-8B1336297E9E}" dt="2026-08-27T13:34:33.870" v="319" actId="478"/>
          <ac:spMkLst>
            <pc:docMk/>
            <pc:sldMk cId="856116609" sldId="275"/>
            <ac:spMk id="4" creationId="{9D8CA505-78D1-497A-80FF-587E1CD053F4}"/>
          </ac:spMkLst>
        </pc:spChg>
        <pc:spChg chg="mod">
          <ac:chgData name="Наиля Мавлюдова" userId="946b87bdd2203ae6" providerId="LiveId" clId="{4E2E33E9-0B3B-425E-AC49-8B1336297E9E}" dt="2026-08-27T13:34:53.821" v="323"/>
          <ac:spMkLst>
            <pc:docMk/>
            <pc:sldMk cId="856116609" sldId="275"/>
            <ac:spMk id="7" creationId="{6D266188-7752-46E2-972F-46B0A2B615E6}"/>
          </ac:spMkLst>
        </pc:spChg>
        <pc:spChg chg="mod">
          <ac:chgData name="Наиля Мавлюдова" userId="946b87bdd2203ae6" providerId="LiveId" clId="{4E2E33E9-0B3B-425E-AC49-8B1336297E9E}" dt="2026-08-27T13:35:01.647" v="324" actId="403"/>
          <ac:spMkLst>
            <pc:docMk/>
            <pc:sldMk cId="856116609" sldId="275"/>
            <ac:spMk id="9" creationId="{A1C3B33B-F195-4271-8D45-21FAB041FB4D}"/>
          </ac:spMkLst>
        </pc:spChg>
        <pc:spChg chg="mod">
          <ac:chgData name="Наиля Мавлюдова" userId="946b87bdd2203ae6" providerId="LiveId" clId="{4E2E33E9-0B3B-425E-AC49-8B1336297E9E}" dt="2026-08-27T13:35:09.595" v="329" actId="27636"/>
          <ac:spMkLst>
            <pc:docMk/>
            <pc:sldMk cId="856116609" sldId="275"/>
            <ac:spMk id="11" creationId="{4397A497-1934-4EDB-A2ED-7FCE12331091}"/>
          </ac:spMkLst>
        </pc:spChg>
        <pc:spChg chg="mod">
          <ac:chgData name="Наиля Мавлюдова" userId="946b87bdd2203ae6" providerId="LiveId" clId="{4E2E33E9-0B3B-425E-AC49-8B1336297E9E}" dt="2026-08-27T13:35:20.408" v="332" actId="1076"/>
          <ac:spMkLst>
            <pc:docMk/>
            <pc:sldMk cId="856116609" sldId="275"/>
            <ac:spMk id="12" creationId="{8384605D-7ED8-4A0F-B055-1BA849A62C40}"/>
          </ac:spMkLst>
        </pc:spChg>
        <pc:grpChg chg="add mod">
          <ac:chgData name="Наиля Мавлюдова" userId="946b87bdd2203ae6" providerId="LiveId" clId="{4E2E33E9-0B3B-425E-AC49-8B1336297E9E}" dt="2026-08-27T13:34:41.811" v="320"/>
          <ac:grpSpMkLst>
            <pc:docMk/>
            <pc:sldMk cId="856116609" sldId="275"/>
            <ac:grpSpMk id="13" creationId="{FC0EFE8D-92A0-CB91-F87E-E957B61E61AD}"/>
          </ac:grpSpMkLst>
        </pc:grpChg>
        <pc:picChg chg="add mod">
          <ac:chgData name="Наиля Мавлюдова" userId="946b87bdd2203ae6" providerId="LiveId" clId="{4E2E33E9-0B3B-425E-AC49-8B1336297E9E}" dt="2026-08-27T13:34:41.811" v="320"/>
          <ac:picMkLst>
            <pc:docMk/>
            <pc:sldMk cId="856116609" sldId="275"/>
            <ac:picMk id="10" creationId="{EC3503A3-B32B-214A-15AC-B0CB00E63DFB}"/>
          </ac:picMkLst>
        </pc:picChg>
        <pc:cxnChg chg="mod">
          <ac:chgData name="Наиля Мавлюдова" userId="946b87bdd2203ae6" providerId="LiveId" clId="{4E2E33E9-0B3B-425E-AC49-8B1336297E9E}" dt="2026-08-27T13:34:41.811" v="320"/>
          <ac:cxnSpMkLst>
            <pc:docMk/>
            <pc:sldMk cId="856116609" sldId="275"/>
            <ac:cxnSpMk id="14" creationId="{D9EC541C-36A8-8B67-51B5-CBF29B112008}"/>
          </ac:cxnSpMkLst>
        </pc:cxnChg>
        <pc:cxnChg chg="mod">
          <ac:chgData name="Наиля Мавлюдова" userId="946b87bdd2203ae6" providerId="LiveId" clId="{4E2E33E9-0B3B-425E-AC49-8B1336297E9E}" dt="2026-08-27T13:34:41.811" v="320"/>
          <ac:cxnSpMkLst>
            <pc:docMk/>
            <pc:sldMk cId="856116609" sldId="275"/>
            <ac:cxnSpMk id="16" creationId="{05802BD3-DFF2-E49C-6AB0-D2527AD258AE}"/>
          </ac:cxnSpMkLst>
        </pc:cxnChg>
        <pc:cxnChg chg="mod">
          <ac:chgData name="Наиля Мавлюдова" userId="946b87bdd2203ae6" providerId="LiveId" clId="{4E2E33E9-0B3B-425E-AC49-8B1336297E9E}" dt="2026-08-27T13:34:41.811" v="320"/>
          <ac:cxnSpMkLst>
            <pc:docMk/>
            <pc:sldMk cId="856116609" sldId="275"/>
            <ac:cxnSpMk id="17" creationId="{B84E1616-DAC0-7E2E-AA7C-EC4F9A6EB967}"/>
          </ac:cxnSpMkLst>
        </pc:cxnChg>
      </pc:sldChg>
      <pc:sldChg chg="addSp delSp modSp del mod">
        <pc:chgData name="Наиля Мавлюдова" userId="946b87bdd2203ae6" providerId="LiveId" clId="{4E2E33E9-0B3B-425E-AC49-8B1336297E9E}" dt="2026-08-27T13:41:54.608" v="362" actId="47"/>
        <pc:sldMkLst>
          <pc:docMk/>
          <pc:sldMk cId="1030348799" sldId="276"/>
        </pc:sldMkLst>
        <pc:spChg chg="mod">
          <ac:chgData name="Наиля Мавлюдова" userId="946b87bdd2203ae6" providerId="LiveId" clId="{4E2E33E9-0B3B-425E-AC49-8B1336297E9E}" dt="2026-08-27T13:36:21.333" v="345" actId="1076"/>
          <ac:spMkLst>
            <pc:docMk/>
            <pc:sldMk cId="1030348799" sldId="276"/>
            <ac:spMk id="2" creationId="{7CE66073-1327-4EFF-931F-C693C4B9C120}"/>
          </ac:spMkLst>
        </pc:spChg>
        <pc:spChg chg="del">
          <ac:chgData name="Наиля Мавлюдова" userId="946b87bdd2203ae6" providerId="LiveId" clId="{4E2E33E9-0B3B-425E-AC49-8B1336297E9E}" dt="2026-08-27T13:35:45.094" v="333" actId="478"/>
          <ac:spMkLst>
            <pc:docMk/>
            <pc:sldMk cId="1030348799" sldId="276"/>
            <ac:spMk id="3" creationId="{AA329784-1D35-4B7A-8DF2-42C402622037}"/>
          </ac:spMkLst>
        </pc:spChg>
        <pc:spChg chg="del">
          <ac:chgData name="Наиля Мавлюдова" userId="946b87bdd2203ae6" providerId="LiveId" clId="{4E2E33E9-0B3B-425E-AC49-8B1336297E9E}" dt="2026-08-27T13:35:47.414" v="334" actId="478"/>
          <ac:spMkLst>
            <pc:docMk/>
            <pc:sldMk cId="1030348799" sldId="276"/>
            <ac:spMk id="4" creationId="{E0E546B1-1EE5-4F15-9818-C991EEB72F15}"/>
          </ac:spMkLst>
        </pc:spChg>
        <pc:spChg chg="mod">
          <ac:chgData name="Наиля Мавлюдова" userId="946b87bdd2203ae6" providerId="LiveId" clId="{4E2E33E9-0B3B-425E-AC49-8B1336297E9E}" dt="2026-08-27T13:36:32.892" v="346" actId="255"/>
          <ac:spMkLst>
            <pc:docMk/>
            <pc:sldMk cId="1030348799" sldId="276"/>
            <ac:spMk id="11" creationId="{9E81F90C-A35D-4F6B-BBFC-F5BD4A49EB81}"/>
          </ac:spMkLst>
        </pc:spChg>
        <pc:spChg chg="mod">
          <ac:chgData name="Наиля Мавлюдова" userId="946b87bdd2203ae6" providerId="LiveId" clId="{4E2E33E9-0B3B-425E-AC49-8B1336297E9E}" dt="2026-08-27T13:36:32.892" v="346" actId="255"/>
          <ac:spMkLst>
            <pc:docMk/>
            <pc:sldMk cId="1030348799" sldId="276"/>
            <ac:spMk id="14" creationId="{0392AB17-F77D-4AE1-BCAF-1B95A0C88B30}"/>
          </ac:spMkLst>
        </pc:spChg>
        <pc:spChg chg="mod">
          <ac:chgData name="Наиля Мавлюдова" userId="946b87bdd2203ae6" providerId="LiveId" clId="{4E2E33E9-0B3B-425E-AC49-8B1336297E9E}" dt="2026-08-27T13:36:32.892" v="346" actId="255"/>
          <ac:spMkLst>
            <pc:docMk/>
            <pc:sldMk cId="1030348799" sldId="276"/>
            <ac:spMk id="17" creationId="{A9446FB4-32E0-44EB-9432-9DE304079CFB}"/>
          </ac:spMkLst>
        </pc:spChg>
        <pc:spChg chg="mod">
          <ac:chgData name="Наиля Мавлюдова" userId="946b87bdd2203ae6" providerId="LiveId" clId="{4E2E33E9-0B3B-425E-AC49-8B1336297E9E}" dt="2026-08-27T13:36:32.892" v="346" actId="255"/>
          <ac:spMkLst>
            <pc:docMk/>
            <pc:sldMk cId="1030348799" sldId="276"/>
            <ac:spMk id="20" creationId="{1C62E4CF-6534-4082-BD91-31859969F624}"/>
          </ac:spMkLst>
        </pc:spChg>
        <pc:spChg chg="mod">
          <ac:chgData name="Наиля Мавлюдова" userId="946b87bdd2203ae6" providerId="LiveId" clId="{4E2E33E9-0B3B-425E-AC49-8B1336297E9E}" dt="2026-08-27T13:36:32.892" v="346" actId="255"/>
          <ac:spMkLst>
            <pc:docMk/>
            <pc:sldMk cId="1030348799" sldId="276"/>
            <ac:spMk id="22" creationId="{40603A46-A9FE-452F-BB29-51D9BC8D95E1}"/>
          </ac:spMkLst>
        </pc:spChg>
        <pc:spChg chg="mod">
          <ac:chgData name="Наиля Мавлюдова" userId="946b87bdd2203ae6" providerId="LiveId" clId="{4E2E33E9-0B3B-425E-AC49-8B1336297E9E}" dt="2026-08-27T13:36:32.892" v="346" actId="255"/>
          <ac:spMkLst>
            <pc:docMk/>
            <pc:sldMk cId="1030348799" sldId="276"/>
            <ac:spMk id="23" creationId="{FCA75DC8-6938-46B0-8E48-51E6E74651E3}"/>
          </ac:spMkLst>
        </pc:spChg>
        <pc:grpChg chg="add mod">
          <ac:chgData name="Наиля Мавлюдова" userId="946b87bdd2203ae6" providerId="LiveId" clId="{4E2E33E9-0B3B-425E-AC49-8B1336297E9E}" dt="2026-08-27T13:35:54.119" v="335"/>
          <ac:grpSpMkLst>
            <pc:docMk/>
            <pc:sldMk cId="1030348799" sldId="276"/>
            <ac:grpSpMk id="7" creationId="{CA2084EE-E228-8ADA-5FF6-D21FCA9F8434}"/>
          </ac:grpSpMkLst>
        </pc:grpChg>
        <pc:picChg chg="add mod">
          <ac:chgData name="Наиля Мавлюдова" userId="946b87bdd2203ae6" providerId="LiveId" clId="{4E2E33E9-0B3B-425E-AC49-8B1336297E9E}" dt="2026-08-27T13:35:54.119" v="335"/>
          <ac:picMkLst>
            <pc:docMk/>
            <pc:sldMk cId="1030348799" sldId="276"/>
            <ac:picMk id="6" creationId="{37D80A3B-8FF7-3602-7ADD-0CB64D8D971C}"/>
          </ac:picMkLst>
        </pc:picChg>
        <pc:cxnChg chg="mod">
          <ac:chgData name="Наиля Мавлюдова" userId="946b87bdd2203ae6" providerId="LiveId" clId="{4E2E33E9-0B3B-425E-AC49-8B1336297E9E}" dt="2026-08-27T13:35:54.119" v="335"/>
          <ac:cxnSpMkLst>
            <pc:docMk/>
            <pc:sldMk cId="1030348799" sldId="276"/>
            <ac:cxnSpMk id="8" creationId="{4F595A10-3F10-C5C0-21F9-E200877E4F71}"/>
          </ac:cxnSpMkLst>
        </pc:cxnChg>
        <pc:cxnChg chg="mod">
          <ac:chgData name="Наиля Мавлюдова" userId="946b87bdd2203ae6" providerId="LiveId" clId="{4E2E33E9-0B3B-425E-AC49-8B1336297E9E}" dt="2026-08-27T13:35:54.119" v="335"/>
          <ac:cxnSpMkLst>
            <pc:docMk/>
            <pc:sldMk cId="1030348799" sldId="276"/>
            <ac:cxnSpMk id="21" creationId="{297FF2A4-6906-B0C2-6069-D61682750EEE}"/>
          </ac:cxnSpMkLst>
        </pc:cxnChg>
        <pc:cxnChg chg="mod">
          <ac:chgData name="Наиля Мавлюдова" userId="946b87bdd2203ae6" providerId="LiveId" clId="{4E2E33E9-0B3B-425E-AC49-8B1336297E9E}" dt="2026-08-27T13:35:54.119" v="335"/>
          <ac:cxnSpMkLst>
            <pc:docMk/>
            <pc:sldMk cId="1030348799" sldId="276"/>
            <ac:cxnSpMk id="24" creationId="{D8D24C68-A44C-9A49-FE09-11DF8F0C673A}"/>
          </ac:cxnSpMkLst>
        </pc:cxnChg>
      </pc:sldChg>
      <pc:sldChg chg="addSp delSp modSp del mod">
        <pc:chgData name="Наиля Мавлюдова" userId="946b87bdd2203ae6" providerId="LiveId" clId="{4E2E33E9-0B3B-425E-AC49-8B1336297E9E}" dt="2026-08-27T13:41:56.017" v="363" actId="47"/>
        <pc:sldMkLst>
          <pc:docMk/>
          <pc:sldMk cId="1259257226" sldId="277"/>
        </pc:sldMkLst>
        <pc:spChg chg="mod">
          <ac:chgData name="Наиля Мавлюдова" userId="946b87bdd2203ae6" providerId="LiveId" clId="{4E2E33E9-0B3B-425E-AC49-8B1336297E9E}" dt="2026-08-27T13:36:56.925" v="349" actId="1076"/>
          <ac:spMkLst>
            <pc:docMk/>
            <pc:sldMk cId="1259257226" sldId="277"/>
            <ac:spMk id="2" creationId="{75488034-8A4C-43A3-A7C0-020CDCF7EA56}"/>
          </ac:spMkLst>
        </pc:spChg>
        <pc:spChg chg="del">
          <ac:chgData name="Наиля Мавлюдова" userId="946b87bdd2203ae6" providerId="LiveId" clId="{4E2E33E9-0B3B-425E-AC49-8B1336297E9E}" dt="2026-08-27T13:36:53.531" v="348" actId="478"/>
          <ac:spMkLst>
            <pc:docMk/>
            <pc:sldMk cId="1259257226" sldId="277"/>
            <ac:spMk id="3" creationId="{99BF5A83-8285-46E6-B7F3-2390B223A381}"/>
          </ac:spMkLst>
        </pc:spChg>
        <pc:spChg chg="del">
          <ac:chgData name="Наиля Мавлюдова" userId="946b87bdd2203ae6" providerId="LiveId" clId="{4E2E33E9-0B3B-425E-AC49-8B1336297E9E}" dt="2026-08-27T13:36:50.315" v="347" actId="478"/>
          <ac:spMkLst>
            <pc:docMk/>
            <pc:sldMk cId="1259257226" sldId="277"/>
            <ac:spMk id="4" creationId="{BE46EE18-3669-4B44-B2BC-2EDCF372B822}"/>
          </ac:spMkLst>
        </pc:spChg>
        <pc:spChg chg="del">
          <ac:chgData name="Наиля Мавлюдова" userId="946b87bdd2203ae6" providerId="LiveId" clId="{4E2E33E9-0B3B-425E-AC49-8B1336297E9E}" dt="2026-08-27T13:37:01.355" v="350" actId="478"/>
          <ac:spMkLst>
            <pc:docMk/>
            <pc:sldMk cId="1259257226" sldId="277"/>
            <ac:spMk id="5" creationId="{40ADD67D-47FC-4650-AC79-9419482ADF47}"/>
          </ac:spMkLst>
        </pc:spChg>
        <pc:spChg chg="mod">
          <ac:chgData name="Наиля Мавлюдова" userId="946b87bdd2203ae6" providerId="LiveId" clId="{4E2E33E9-0B3B-425E-AC49-8B1336297E9E}" dt="2026-08-27T13:37:07.589" v="351" actId="1076"/>
          <ac:spMkLst>
            <pc:docMk/>
            <pc:sldMk cId="1259257226" sldId="277"/>
            <ac:spMk id="6" creationId="{B3351BEB-2EDD-411A-9B17-FCF27F3E1B30}"/>
          </ac:spMkLst>
        </pc:spChg>
        <pc:spChg chg="mod">
          <ac:chgData name="Наиля Мавлюдова" userId="946b87bdd2203ae6" providerId="LiveId" clId="{4E2E33E9-0B3B-425E-AC49-8B1336297E9E}" dt="2026-08-27T13:37:17.506" v="352" actId="255"/>
          <ac:spMkLst>
            <pc:docMk/>
            <pc:sldMk cId="1259257226" sldId="277"/>
            <ac:spMk id="7" creationId="{8FE9B99F-552E-42B3-B49A-514AAFEE93F2}"/>
          </ac:spMkLst>
        </pc:spChg>
        <pc:spChg chg="mod">
          <ac:chgData name="Наиля Мавлюдова" userId="946b87bdd2203ae6" providerId="LiveId" clId="{4E2E33E9-0B3B-425E-AC49-8B1336297E9E}" dt="2026-08-27T13:37:51.752" v="356" actId="403"/>
          <ac:spMkLst>
            <pc:docMk/>
            <pc:sldMk cId="1259257226" sldId="277"/>
            <ac:spMk id="10" creationId="{54D1785B-CEEA-4685-90DB-C6EA66896648}"/>
          </ac:spMkLst>
        </pc:spChg>
        <pc:spChg chg="mod">
          <ac:chgData name="Наиля Мавлюдова" userId="946b87bdd2203ae6" providerId="LiveId" clId="{4E2E33E9-0B3B-425E-AC49-8B1336297E9E}" dt="2026-08-27T13:37:17.506" v="352" actId="255"/>
          <ac:spMkLst>
            <pc:docMk/>
            <pc:sldMk cId="1259257226" sldId="277"/>
            <ac:spMk id="12" creationId="{D7092085-9D2B-45BE-B09D-D575CF73BDE3}"/>
          </ac:spMkLst>
        </pc:spChg>
        <pc:spChg chg="mod">
          <ac:chgData name="Наиля Мавлюдова" userId="946b87bdd2203ae6" providerId="LiveId" clId="{4E2E33E9-0B3B-425E-AC49-8B1336297E9E}" dt="2026-08-27T13:37:17.506" v="352" actId="255"/>
          <ac:spMkLst>
            <pc:docMk/>
            <pc:sldMk cId="1259257226" sldId="277"/>
            <ac:spMk id="13" creationId="{AE389C77-642E-45E3-A224-1C4DD3B642EF}"/>
          </ac:spMkLst>
        </pc:spChg>
        <pc:grpChg chg="add mod">
          <ac:chgData name="Наиля Мавлюдова" userId="946b87bdd2203ae6" providerId="LiveId" clId="{4E2E33E9-0B3B-425E-AC49-8B1336297E9E}" dt="2026-08-27T13:35:55.849" v="336"/>
          <ac:grpSpMkLst>
            <pc:docMk/>
            <pc:sldMk cId="1259257226" sldId="277"/>
            <ac:grpSpMk id="14" creationId="{37B00EB1-9EBB-335A-AF7D-AD3FE2FF7FF6}"/>
          </ac:grpSpMkLst>
        </pc:grpChg>
        <pc:picChg chg="add mod">
          <ac:chgData name="Наиля Мавлюдова" userId="946b87bdd2203ae6" providerId="LiveId" clId="{4E2E33E9-0B3B-425E-AC49-8B1336297E9E}" dt="2026-08-27T13:35:55.849" v="336"/>
          <ac:picMkLst>
            <pc:docMk/>
            <pc:sldMk cId="1259257226" sldId="277"/>
            <ac:picMk id="11" creationId="{CAECECB6-0D87-548C-07B6-4459F75BBD5C}"/>
          </ac:picMkLst>
        </pc:picChg>
        <pc:cxnChg chg="mod">
          <ac:chgData name="Наиля Мавлюдова" userId="946b87bdd2203ae6" providerId="LiveId" clId="{4E2E33E9-0B3B-425E-AC49-8B1336297E9E}" dt="2026-08-27T13:35:55.849" v="336"/>
          <ac:cxnSpMkLst>
            <pc:docMk/>
            <pc:sldMk cId="1259257226" sldId="277"/>
            <ac:cxnSpMk id="15" creationId="{6A30AE45-1B07-365B-8325-2DFDBC82D98F}"/>
          </ac:cxnSpMkLst>
        </pc:cxnChg>
        <pc:cxnChg chg="mod">
          <ac:chgData name="Наиля Мавлюдова" userId="946b87bdd2203ae6" providerId="LiveId" clId="{4E2E33E9-0B3B-425E-AC49-8B1336297E9E}" dt="2026-08-27T13:35:55.849" v="336"/>
          <ac:cxnSpMkLst>
            <pc:docMk/>
            <pc:sldMk cId="1259257226" sldId="277"/>
            <ac:cxnSpMk id="17" creationId="{ADC5244F-8812-6838-9962-6C0975A53D3D}"/>
          </ac:cxnSpMkLst>
        </pc:cxnChg>
        <pc:cxnChg chg="mod">
          <ac:chgData name="Наиля Мавлюдова" userId="946b87bdd2203ae6" providerId="LiveId" clId="{4E2E33E9-0B3B-425E-AC49-8B1336297E9E}" dt="2026-08-27T13:35:55.849" v="336"/>
          <ac:cxnSpMkLst>
            <pc:docMk/>
            <pc:sldMk cId="1259257226" sldId="277"/>
            <ac:cxnSpMk id="18" creationId="{A84BC98A-C8DC-5ABE-C190-14F474931E91}"/>
          </ac:cxnSpMkLst>
        </pc:cxnChg>
      </pc:sldChg>
      <pc:sldChg chg="addSp delSp modSp del mod">
        <pc:chgData name="Наиля Мавлюдова" userId="946b87bdd2203ae6" providerId="LiveId" clId="{4E2E33E9-0B3B-425E-AC49-8B1336297E9E}" dt="2026-08-27T13:41:57.474" v="364" actId="47"/>
        <pc:sldMkLst>
          <pc:docMk/>
          <pc:sldMk cId="314423241" sldId="278"/>
        </pc:sldMkLst>
        <pc:spChg chg="mod">
          <ac:chgData name="Наиля Мавлюдова" userId="946b87bdd2203ae6" providerId="LiveId" clId="{4E2E33E9-0B3B-425E-AC49-8B1336297E9E}" dt="2026-08-27T13:38:13.351" v="359" actId="1076"/>
          <ac:spMkLst>
            <pc:docMk/>
            <pc:sldMk cId="314423241" sldId="278"/>
            <ac:spMk id="2" creationId="{BCBA0591-9D18-41C0-AFC5-614891F47443}"/>
          </ac:spMkLst>
        </pc:spChg>
        <pc:spChg chg="del">
          <ac:chgData name="Наиля Мавлюдова" userId="946b87bdd2203ae6" providerId="LiveId" clId="{4E2E33E9-0B3B-425E-AC49-8B1336297E9E}" dt="2026-08-27T13:38:09.588" v="358" actId="478"/>
          <ac:spMkLst>
            <pc:docMk/>
            <pc:sldMk cId="314423241" sldId="278"/>
            <ac:spMk id="3" creationId="{E97C4785-7AD5-4E75-AB45-E9B84280AE6E}"/>
          </ac:spMkLst>
        </pc:spChg>
        <pc:spChg chg="del">
          <ac:chgData name="Наиля Мавлюдова" userId="946b87bdd2203ae6" providerId="LiveId" clId="{4E2E33E9-0B3B-425E-AC49-8B1336297E9E}" dt="2026-08-27T13:38:07.837" v="357" actId="478"/>
          <ac:spMkLst>
            <pc:docMk/>
            <pc:sldMk cId="314423241" sldId="278"/>
            <ac:spMk id="4" creationId="{8829C58A-82B4-48CF-A392-8656001CF1A8}"/>
          </ac:spMkLst>
        </pc:spChg>
        <pc:grpChg chg="add mod">
          <ac:chgData name="Наиля Мавлюдова" userId="946b87bdd2203ae6" providerId="LiveId" clId="{4E2E33E9-0B3B-425E-AC49-8B1336297E9E}" dt="2026-08-27T13:35:57.226" v="337"/>
          <ac:grpSpMkLst>
            <pc:docMk/>
            <pc:sldMk cId="314423241" sldId="278"/>
            <ac:grpSpMk id="17" creationId="{E49961E3-72DC-39CD-9C29-FCC627393607}"/>
          </ac:grpSpMkLst>
        </pc:grpChg>
        <pc:picChg chg="add mod">
          <ac:chgData name="Наиля Мавлюдова" userId="946b87bdd2203ae6" providerId="LiveId" clId="{4E2E33E9-0B3B-425E-AC49-8B1336297E9E}" dt="2026-08-27T13:35:57.226" v="337"/>
          <ac:picMkLst>
            <pc:docMk/>
            <pc:sldMk cId="314423241" sldId="278"/>
            <ac:picMk id="16" creationId="{914335FC-7DA8-6C81-0460-25154D214F31}"/>
          </ac:picMkLst>
        </pc:picChg>
        <pc:cxnChg chg="mod">
          <ac:chgData name="Наиля Мавлюдова" userId="946b87bdd2203ae6" providerId="LiveId" clId="{4E2E33E9-0B3B-425E-AC49-8B1336297E9E}" dt="2026-08-27T13:35:57.226" v="337"/>
          <ac:cxnSpMkLst>
            <pc:docMk/>
            <pc:sldMk cId="314423241" sldId="278"/>
            <ac:cxnSpMk id="19" creationId="{044FC63A-B3D7-2BD6-16AF-255029F31972}"/>
          </ac:cxnSpMkLst>
        </pc:cxnChg>
        <pc:cxnChg chg="mod">
          <ac:chgData name="Наиля Мавлюдова" userId="946b87bdd2203ae6" providerId="LiveId" clId="{4E2E33E9-0B3B-425E-AC49-8B1336297E9E}" dt="2026-08-27T13:35:57.226" v="337"/>
          <ac:cxnSpMkLst>
            <pc:docMk/>
            <pc:sldMk cId="314423241" sldId="278"/>
            <ac:cxnSpMk id="20" creationId="{CA5BF4C6-3F0E-9C27-C83D-B6FE017C6FC2}"/>
          </ac:cxnSpMkLst>
        </pc:cxnChg>
        <pc:cxnChg chg="mod">
          <ac:chgData name="Наиля Мавлюдова" userId="946b87bdd2203ae6" providerId="LiveId" clId="{4E2E33E9-0B3B-425E-AC49-8B1336297E9E}" dt="2026-08-27T13:35:57.226" v="337"/>
          <ac:cxnSpMkLst>
            <pc:docMk/>
            <pc:sldMk cId="314423241" sldId="278"/>
            <ac:cxnSpMk id="21" creationId="{8E7B02C4-572D-CD63-21FF-CB011F16CD92}"/>
          </ac:cxnSpMkLst>
        </pc:cxnChg>
      </pc:sldChg>
      <pc:sldChg chg="addSp modSp del">
        <pc:chgData name="Наиля Мавлюдова" userId="946b87bdd2203ae6" providerId="LiveId" clId="{4E2E33E9-0B3B-425E-AC49-8B1336297E9E}" dt="2026-08-27T13:42:01.480" v="365" actId="47"/>
        <pc:sldMkLst>
          <pc:docMk/>
          <pc:sldMk cId="172159399" sldId="279"/>
        </pc:sldMkLst>
        <pc:grpChg chg="add mod">
          <ac:chgData name="Наиля Мавлюдова" userId="946b87bdd2203ae6" providerId="LiveId" clId="{4E2E33E9-0B3B-425E-AC49-8B1336297E9E}" dt="2026-08-27T13:35:59.839" v="338"/>
          <ac:grpSpMkLst>
            <pc:docMk/>
            <pc:sldMk cId="172159399" sldId="279"/>
            <ac:grpSpMk id="13" creationId="{C75799CB-2D68-D94B-516B-C2C09330DCBD}"/>
          </ac:grpSpMkLst>
        </pc:grpChg>
        <pc:picChg chg="add mod">
          <ac:chgData name="Наиля Мавлюдова" userId="946b87bdd2203ae6" providerId="LiveId" clId="{4E2E33E9-0B3B-425E-AC49-8B1336297E9E}" dt="2026-08-27T13:35:59.839" v="338"/>
          <ac:picMkLst>
            <pc:docMk/>
            <pc:sldMk cId="172159399" sldId="279"/>
            <ac:picMk id="10" creationId="{4ABB0C41-05CC-1B15-0707-B75BF289A793}"/>
          </ac:picMkLst>
        </pc:picChg>
        <pc:cxnChg chg="mod">
          <ac:chgData name="Наиля Мавлюдова" userId="946b87bdd2203ae6" providerId="LiveId" clId="{4E2E33E9-0B3B-425E-AC49-8B1336297E9E}" dt="2026-08-27T13:35:59.839" v="338"/>
          <ac:cxnSpMkLst>
            <pc:docMk/>
            <pc:sldMk cId="172159399" sldId="279"/>
            <ac:cxnSpMk id="14" creationId="{A4F27115-5D8C-62AA-C16F-3DAC4F2F4E42}"/>
          </ac:cxnSpMkLst>
        </pc:cxnChg>
        <pc:cxnChg chg="mod">
          <ac:chgData name="Наиля Мавлюдова" userId="946b87bdd2203ae6" providerId="LiveId" clId="{4E2E33E9-0B3B-425E-AC49-8B1336297E9E}" dt="2026-08-27T13:35:59.839" v="338"/>
          <ac:cxnSpMkLst>
            <pc:docMk/>
            <pc:sldMk cId="172159399" sldId="279"/>
            <ac:cxnSpMk id="16" creationId="{21B597CB-FF71-7B62-A71D-9DD083B9B9A3}"/>
          </ac:cxnSpMkLst>
        </pc:cxnChg>
        <pc:cxnChg chg="mod">
          <ac:chgData name="Наиля Мавлюдова" userId="946b87bdd2203ae6" providerId="LiveId" clId="{4E2E33E9-0B3B-425E-AC49-8B1336297E9E}" dt="2026-08-27T13:35:59.839" v="338"/>
          <ac:cxnSpMkLst>
            <pc:docMk/>
            <pc:sldMk cId="172159399" sldId="279"/>
            <ac:cxnSpMk id="17" creationId="{BBBA65AF-94F1-6314-C917-1C6E07FC939A}"/>
          </ac:cxnSpMkLst>
        </pc:cxnChg>
      </pc:sldChg>
      <pc:sldChg chg="addSp modSp del">
        <pc:chgData name="Наиля Мавлюдова" userId="946b87bdd2203ae6" providerId="LiveId" clId="{4E2E33E9-0B3B-425E-AC49-8B1336297E9E}" dt="2026-08-27T13:42:02.960" v="366" actId="47"/>
        <pc:sldMkLst>
          <pc:docMk/>
          <pc:sldMk cId="1250236068" sldId="280"/>
        </pc:sldMkLst>
        <pc:grpChg chg="add mod">
          <ac:chgData name="Наиля Мавлюдова" userId="946b87bdd2203ae6" providerId="LiveId" clId="{4E2E33E9-0B3B-425E-AC49-8B1336297E9E}" dt="2026-08-27T13:36:01.127" v="339"/>
          <ac:grpSpMkLst>
            <pc:docMk/>
            <pc:sldMk cId="1250236068" sldId="280"/>
            <ac:grpSpMk id="7" creationId="{FF9E3B45-B987-A6D8-C9E4-ED1F0463D48D}"/>
          </ac:grpSpMkLst>
        </pc:grpChg>
        <pc:picChg chg="add mod">
          <ac:chgData name="Наиля Мавлюдова" userId="946b87bdd2203ae6" providerId="LiveId" clId="{4E2E33E9-0B3B-425E-AC49-8B1336297E9E}" dt="2026-08-27T13:36:01.127" v="339"/>
          <ac:picMkLst>
            <pc:docMk/>
            <pc:sldMk cId="1250236068" sldId="280"/>
            <ac:picMk id="6" creationId="{5033CC27-B3C4-CCAD-958F-027B8DBBA7F4}"/>
          </ac:picMkLst>
        </pc:picChg>
        <pc:cxnChg chg="mod">
          <ac:chgData name="Наиля Мавлюдова" userId="946b87bdd2203ae6" providerId="LiveId" clId="{4E2E33E9-0B3B-425E-AC49-8B1336297E9E}" dt="2026-08-27T13:36:01.127" v="339"/>
          <ac:cxnSpMkLst>
            <pc:docMk/>
            <pc:sldMk cId="1250236068" sldId="280"/>
            <ac:cxnSpMk id="8" creationId="{3955E2B7-6B09-9D32-BBCC-F3CE52C3A0DD}"/>
          </ac:cxnSpMkLst>
        </pc:cxnChg>
        <pc:cxnChg chg="mod">
          <ac:chgData name="Наиля Мавлюдова" userId="946b87bdd2203ae6" providerId="LiveId" clId="{4E2E33E9-0B3B-425E-AC49-8B1336297E9E}" dt="2026-08-27T13:36:01.127" v="339"/>
          <ac:cxnSpMkLst>
            <pc:docMk/>
            <pc:sldMk cId="1250236068" sldId="280"/>
            <ac:cxnSpMk id="21" creationId="{11342C40-634E-28C5-5812-3366DBFB5C5B}"/>
          </ac:cxnSpMkLst>
        </pc:cxnChg>
        <pc:cxnChg chg="mod">
          <ac:chgData name="Наиля Мавлюдова" userId="946b87bdd2203ae6" providerId="LiveId" clId="{4E2E33E9-0B3B-425E-AC49-8B1336297E9E}" dt="2026-08-27T13:36:01.127" v="339"/>
          <ac:cxnSpMkLst>
            <pc:docMk/>
            <pc:sldMk cId="1250236068" sldId="280"/>
            <ac:cxnSpMk id="24" creationId="{7F9DE411-6335-937F-D09A-6CECC507515E}"/>
          </ac:cxnSpMkLst>
        </pc:cxnChg>
      </pc:sldChg>
      <pc:sldChg chg="addSp modSp del">
        <pc:chgData name="Наиля Мавлюдова" userId="946b87bdd2203ae6" providerId="LiveId" clId="{4E2E33E9-0B3B-425E-AC49-8B1336297E9E}" dt="2026-08-27T13:42:07.146" v="367" actId="47"/>
        <pc:sldMkLst>
          <pc:docMk/>
          <pc:sldMk cId="503419581" sldId="281"/>
        </pc:sldMkLst>
        <pc:grpChg chg="add mod">
          <ac:chgData name="Наиля Мавлюдова" userId="946b87bdd2203ae6" providerId="LiveId" clId="{4E2E33E9-0B3B-425E-AC49-8B1336297E9E}" dt="2026-08-27T13:36:02.497" v="340"/>
          <ac:grpSpMkLst>
            <pc:docMk/>
            <pc:sldMk cId="503419581" sldId="281"/>
            <ac:grpSpMk id="17" creationId="{069CF100-F793-E468-0BAD-06824C524568}"/>
          </ac:grpSpMkLst>
        </pc:grpChg>
        <pc:picChg chg="add mod">
          <ac:chgData name="Наиля Мавлюдова" userId="946b87bdd2203ae6" providerId="LiveId" clId="{4E2E33E9-0B3B-425E-AC49-8B1336297E9E}" dt="2026-08-27T13:36:02.497" v="340"/>
          <ac:picMkLst>
            <pc:docMk/>
            <pc:sldMk cId="503419581" sldId="281"/>
            <ac:picMk id="16" creationId="{40571156-130A-DC20-D8CA-540E6FFD3390}"/>
          </ac:picMkLst>
        </pc:picChg>
        <pc:cxnChg chg="mod">
          <ac:chgData name="Наиля Мавлюдова" userId="946b87bdd2203ae6" providerId="LiveId" clId="{4E2E33E9-0B3B-425E-AC49-8B1336297E9E}" dt="2026-08-27T13:36:02.497" v="340"/>
          <ac:cxnSpMkLst>
            <pc:docMk/>
            <pc:sldMk cId="503419581" sldId="281"/>
            <ac:cxnSpMk id="19" creationId="{6C708B32-E160-8D39-87C5-FE94A1DE1D24}"/>
          </ac:cxnSpMkLst>
        </pc:cxnChg>
        <pc:cxnChg chg="mod">
          <ac:chgData name="Наиля Мавлюдова" userId="946b87bdd2203ae6" providerId="LiveId" clId="{4E2E33E9-0B3B-425E-AC49-8B1336297E9E}" dt="2026-08-27T13:36:02.497" v="340"/>
          <ac:cxnSpMkLst>
            <pc:docMk/>
            <pc:sldMk cId="503419581" sldId="281"/>
            <ac:cxnSpMk id="20" creationId="{C618830F-F61A-F8C8-D1DF-1ABD6936FAF8}"/>
          </ac:cxnSpMkLst>
        </pc:cxnChg>
        <pc:cxnChg chg="mod">
          <ac:chgData name="Наиля Мавлюдова" userId="946b87bdd2203ae6" providerId="LiveId" clId="{4E2E33E9-0B3B-425E-AC49-8B1336297E9E}" dt="2026-08-27T13:36:02.497" v="340"/>
          <ac:cxnSpMkLst>
            <pc:docMk/>
            <pc:sldMk cId="503419581" sldId="281"/>
            <ac:cxnSpMk id="21" creationId="{E8DF821D-C6CA-35CC-BD13-4FBFF75E0FA6}"/>
          </ac:cxnSpMkLst>
        </pc:cxnChg>
      </pc:sldChg>
      <pc:sldChg chg="addSp delSp modSp mod">
        <pc:chgData name="Наиля Мавлюдова" userId="946b87bdd2203ae6" providerId="LiveId" clId="{4E2E33E9-0B3B-425E-AC49-8B1336297E9E}" dt="2026-08-27T13:42:41.651" v="371" actId="255"/>
        <pc:sldMkLst>
          <pc:docMk/>
          <pc:sldMk cId="2026365527" sldId="282"/>
        </pc:sldMkLst>
        <pc:spChg chg="mod">
          <ac:chgData name="Наиля Мавлюдова" userId="946b87bdd2203ae6" providerId="LiveId" clId="{4E2E33E9-0B3B-425E-AC49-8B1336297E9E}" dt="2026-08-27T13:42:26.136" v="369" actId="1076"/>
          <ac:spMkLst>
            <pc:docMk/>
            <pc:sldMk cId="2026365527" sldId="282"/>
            <ac:spMk id="2" creationId="{B83436D5-BD90-43A7-AAF5-D3A7CABCEDE8}"/>
          </ac:spMkLst>
        </pc:spChg>
        <pc:spChg chg="del">
          <ac:chgData name="Наиля Мавлюдова" userId="946b87bdd2203ae6" providerId="LiveId" clId="{4E2E33E9-0B3B-425E-AC49-8B1336297E9E}" dt="2026-08-27T13:42:28.296" v="370" actId="478"/>
          <ac:spMkLst>
            <pc:docMk/>
            <pc:sldMk cId="2026365527" sldId="282"/>
            <ac:spMk id="3" creationId="{109F4B08-6EC6-4922-BE9F-F7BB12587AB6}"/>
          </ac:spMkLst>
        </pc:spChg>
        <pc:spChg chg="del">
          <ac:chgData name="Наиля Мавлюдова" userId="946b87bdd2203ae6" providerId="LiveId" clId="{4E2E33E9-0B3B-425E-AC49-8B1336297E9E}" dt="2026-08-27T13:42:21.696" v="368" actId="478"/>
          <ac:spMkLst>
            <pc:docMk/>
            <pc:sldMk cId="2026365527" sldId="282"/>
            <ac:spMk id="4" creationId="{D031E663-14FF-4AE9-BEAB-A15BDC1DEDEE}"/>
          </ac:spMkLst>
        </pc:spChg>
        <pc:spChg chg="mod">
          <ac:chgData name="Наиля Мавлюдова" userId="946b87bdd2203ae6" providerId="LiveId" clId="{4E2E33E9-0B3B-425E-AC49-8B1336297E9E}" dt="2026-08-27T13:42:41.651" v="371" actId="255"/>
          <ac:spMkLst>
            <pc:docMk/>
            <pc:sldMk cId="2026365527" sldId="282"/>
            <ac:spMk id="8" creationId="{0418F053-BE76-4A6B-A00D-AB7E9AEED901}"/>
          </ac:spMkLst>
        </pc:spChg>
        <pc:spChg chg="mod">
          <ac:chgData name="Наиля Мавлюдова" userId="946b87bdd2203ae6" providerId="LiveId" clId="{4E2E33E9-0B3B-425E-AC49-8B1336297E9E}" dt="2026-08-27T13:42:41.651" v="371" actId="255"/>
          <ac:spMkLst>
            <pc:docMk/>
            <pc:sldMk cId="2026365527" sldId="282"/>
            <ac:spMk id="11" creationId="{1BA9B04F-22DA-4C52-AF23-8EAB53D8C39F}"/>
          </ac:spMkLst>
        </pc:spChg>
        <pc:spChg chg="mod">
          <ac:chgData name="Наиля Мавлюдова" userId="946b87bdd2203ae6" providerId="LiveId" clId="{4E2E33E9-0B3B-425E-AC49-8B1336297E9E}" dt="2026-08-27T13:42:41.651" v="371" actId="255"/>
          <ac:spMkLst>
            <pc:docMk/>
            <pc:sldMk cId="2026365527" sldId="282"/>
            <ac:spMk id="14" creationId="{A9C61DB5-EA61-4436-A63A-1563021491F7}"/>
          </ac:spMkLst>
        </pc:spChg>
        <pc:spChg chg="mod">
          <ac:chgData name="Наиля Мавлюдова" userId="946b87bdd2203ae6" providerId="LiveId" clId="{4E2E33E9-0B3B-425E-AC49-8B1336297E9E}" dt="2026-08-27T13:42:41.651" v="371" actId="255"/>
          <ac:spMkLst>
            <pc:docMk/>
            <pc:sldMk cId="2026365527" sldId="282"/>
            <ac:spMk id="17" creationId="{F785E682-C816-4700-80AF-C7015D272395}"/>
          </ac:spMkLst>
        </pc:spChg>
        <pc:grpChg chg="add mod">
          <ac:chgData name="Наиля Мавлюдова" userId="946b87bdd2203ae6" providerId="LiveId" clId="{4E2E33E9-0B3B-425E-AC49-8B1336297E9E}" dt="2026-08-27T13:36:04.735" v="341"/>
          <ac:grpSpMkLst>
            <pc:docMk/>
            <pc:sldMk cId="2026365527" sldId="282"/>
            <ac:grpSpMk id="9" creationId="{2B33B2BD-B884-6F25-A927-57A1F5908CFB}"/>
          </ac:grpSpMkLst>
        </pc:grpChg>
        <pc:picChg chg="add mod">
          <ac:chgData name="Наиля Мавлюдова" userId="946b87bdd2203ae6" providerId="LiveId" clId="{4E2E33E9-0B3B-425E-AC49-8B1336297E9E}" dt="2026-08-27T13:36:04.735" v="341"/>
          <ac:picMkLst>
            <pc:docMk/>
            <pc:sldMk cId="2026365527" sldId="282"/>
            <ac:picMk id="6" creationId="{A522CEA7-41AA-221C-8DFB-02591BA0B7D4}"/>
          </ac:picMkLst>
        </pc:picChg>
        <pc:cxnChg chg="mod">
          <ac:chgData name="Наиля Мавлюдова" userId="946b87bdd2203ae6" providerId="LiveId" clId="{4E2E33E9-0B3B-425E-AC49-8B1336297E9E}" dt="2026-08-27T13:36:04.735" v="341"/>
          <ac:cxnSpMkLst>
            <pc:docMk/>
            <pc:sldMk cId="2026365527" sldId="282"/>
            <ac:cxnSpMk id="12" creationId="{E4FAD639-3F5F-F961-56DB-FE07200F550A}"/>
          </ac:cxnSpMkLst>
        </pc:cxnChg>
        <pc:cxnChg chg="mod">
          <ac:chgData name="Наиля Мавлюдова" userId="946b87bdd2203ae6" providerId="LiveId" clId="{4E2E33E9-0B3B-425E-AC49-8B1336297E9E}" dt="2026-08-27T13:36:04.735" v="341"/>
          <ac:cxnSpMkLst>
            <pc:docMk/>
            <pc:sldMk cId="2026365527" sldId="282"/>
            <ac:cxnSpMk id="15" creationId="{2C82038E-1FA8-4C57-5D5C-382A6ADB11C8}"/>
          </ac:cxnSpMkLst>
        </pc:cxnChg>
        <pc:cxnChg chg="mod">
          <ac:chgData name="Наиля Мавлюдова" userId="946b87bdd2203ae6" providerId="LiveId" clId="{4E2E33E9-0B3B-425E-AC49-8B1336297E9E}" dt="2026-08-27T13:36:04.735" v="341"/>
          <ac:cxnSpMkLst>
            <pc:docMk/>
            <pc:sldMk cId="2026365527" sldId="282"/>
            <ac:cxnSpMk id="18" creationId="{F6E8BEF3-5C7D-567F-640F-333D611E35ED}"/>
          </ac:cxnSpMkLst>
        </pc:cxnChg>
      </pc:sldChg>
      <pc:sldChg chg="addSp modSp del mod">
        <pc:chgData name="Наиля Мавлюдова" userId="946b87bdd2203ae6" providerId="LiveId" clId="{4E2E33E9-0B3B-425E-AC49-8B1336297E9E}" dt="2026-08-27T13:40:56.079" v="360" actId="47"/>
        <pc:sldMkLst>
          <pc:docMk/>
          <pc:sldMk cId="1778090013" sldId="283"/>
        </pc:sldMkLst>
        <pc:spChg chg="mod">
          <ac:chgData name="Наиля Мавлюдова" userId="946b87bdd2203ae6" providerId="LiveId" clId="{4E2E33E9-0B3B-425E-AC49-8B1336297E9E}" dt="2026-08-27T13:03:14.239" v="26" actId="27636"/>
          <ac:spMkLst>
            <pc:docMk/>
            <pc:sldMk cId="1778090013" sldId="283"/>
            <ac:spMk id="8" creationId="{1C623FE0-5133-4056-BBBD-4DAE587A07D9}"/>
          </ac:spMkLst>
        </pc:spChg>
        <pc:grpChg chg="add mod">
          <ac:chgData name="Наиля Мавлюдова" userId="946b87bdd2203ae6" providerId="LiveId" clId="{4E2E33E9-0B3B-425E-AC49-8B1336297E9E}" dt="2026-08-27T13:36:06.287" v="342"/>
          <ac:grpSpMkLst>
            <pc:docMk/>
            <pc:sldMk cId="1778090013" sldId="283"/>
            <ac:grpSpMk id="13" creationId="{A7705034-1A58-5284-1EDD-D724C05073F3}"/>
          </ac:grpSpMkLst>
        </pc:grpChg>
        <pc:picChg chg="add mod">
          <ac:chgData name="Наиля Мавлюдова" userId="946b87bdd2203ae6" providerId="LiveId" clId="{4E2E33E9-0B3B-425E-AC49-8B1336297E9E}" dt="2026-08-27T13:36:06.287" v="342"/>
          <ac:picMkLst>
            <pc:docMk/>
            <pc:sldMk cId="1778090013" sldId="283"/>
            <ac:picMk id="10" creationId="{18BF548C-96C9-C55D-D71E-D5593E7E1775}"/>
          </ac:picMkLst>
        </pc:picChg>
        <pc:cxnChg chg="mod">
          <ac:chgData name="Наиля Мавлюдова" userId="946b87bdd2203ae6" providerId="LiveId" clId="{4E2E33E9-0B3B-425E-AC49-8B1336297E9E}" dt="2026-08-27T13:36:06.287" v="342"/>
          <ac:cxnSpMkLst>
            <pc:docMk/>
            <pc:sldMk cId="1778090013" sldId="283"/>
            <ac:cxnSpMk id="14" creationId="{1D2BBB22-08F3-A3A6-BF50-E2AE13B9AAEC}"/>
          </ac:cxnSpMkLst>
        </pc:cxnChg>
        <pc:cxnChg chg="mod">
          <ac:chgData name="Наиля Мавлюдова" userId="946b87bdd2203ae6" providerId="LiveId" clId="{4E2E33E9-0B3B-425E-AC49-8B1336297E9E}" dt="2026-08-27T13:36:06.287" v="342"/>
          <ac:cxnSpMkLst>
            <pc:docMk/>
            <pc:sldMk cId="1778090013" sldId="283"/>
            <ac:cxnSpMk id="16" creationId="{0B4CB695-94A4-EF5B-F6BB-55D2EE5EE1C9}"/>
          </ac:cxnSpMkLst>
        </pc:cxnChg>
        <pc:cxnChg chg="mod">
          <ac:chgData name="Наиля Мавлюдова" userId="946b87bdd2203ae6" providerId="LiveId" clId="{4E2E33E9-0B3B-425E-AC49-8B1336297E9E}" dt="2026-08-27T13:36:06.287" v="342"/>
          <ac:cxnSpMkLst>
            <pc:docMk/>
            <pc:sldMk cId="1778090013" sldId="283"/>
            <ac:cxnSpMk id="17" creationId="{FD348C60-C068-B4C5-4188-2BAFBCE40AD6}"/>
          </ac:cxnSpMkLst>
        </pc:cxnChg>
      </pc:sldChg>
      <pc:sldChg chg="del">
        <pc:chgData name="Наиля Мавлюдова" userId="946b87bdd2203ae6" providerId="LiveId" clId="{4E2E33E9-0B3B-425E-AC49-8B1336297E9E}" dt="2026-08-27T13:36:11.709" v="343" actId="47"/>
        <pc:sldMkLst>
          <pc:docMk/>
          <pc:sldMk cId="1945061879" sldId="285"/>
        </pc:sldMkLst>
      </pc:sldChg>
      <pc:sldChg chg="modSp add del mod setBg">
        <pc:chgData name="Наиля Мавлюдова" userId="946b87bdd2203ae6" providerId="LiveId" clId="{4E2E33E9-0B3B-425E-AC49-8B1336297E9E}" dt="2026-08-27T13:03:23.228" v="31"/>
        <pc:sldMkLst>
          <pc:docMk/>
          <pc:sldMk cId="2254807987" sldId="332"/>
        </pc:sldMkLst>
        <pc:spChg chg="mod">
          <ac:chgData name="Наиля Мавлюдова" userId="946b87bdd2203ae6" providerId="LiveId" clId="{4E2E33E9-0B3B-425E-AC49-8B1336297E9E}" dt="2026-08-27T13:03:23.228" v="31"/>
          <ac:spMkLst>
            <pc:docMk/>
            <pc:sldMk cId="2254807987" sldId="332"/>
            <ac:spMk id="27" creationId="{AB3BEA9F-74AD-4CE7-925A-B024CE301E7D}"/>
          </ac:spMkLst>
        </pc:spChg>
      </pc:sldChg>
    </pc:docChg>
  </pc:docChgLst>
  <pc:docChgLst>
    <pc:chgData name="Наиля Мавлюдова" userId="946b87bdd2203ae6" providerId="LiveId" clId="{83203AC1-6245-40F9-A041-43D62F85DA14}"/>
    <pc:docChg chg="undo custSel addSld delSld modSld delMainMaster">
      <pc:chgData name="Наиля Мавлюдова" userId="946b87bdd2203ae6" providerId="LiveId" clId="{83203AC1-6245-40F9-A041-43D62F85DA14}" dt="2026-09-20T12:13:37.288" v="266" actId="14100"/>
      <pc:docMkLst>
        <pc:docMk/>
      </pc:docMkLst>
      <pc:sldChg chg="modSp add del mod setBg">
        <pc:chgData name="Наиля Мавлюдова" userId="946b87bdd2203ae6" providerId="LiveId" clId="{83203AC1-6245-40F9-A041-43D62F85DA14}" dt="2026-09-20T10:49:18.094" v="11" actId="404"/>
        <pc:sldMkLst>
          <pc:docMk/>
          <pc:sldMk cId="0" sldId="256"/>
        </pc:sldMkLst>
        <pc:spChg chg="mod">
          <ac:chgData name="Наиля Мавлюдова" userId="946b87bdd2203ae6" providerId="LiveId" clId="{83203AC1-6245-40F9-A041-43D62F85DA14}" dt="2026-09-20T10:49:18.094" v="11" actId="404"/>
          <ac:spMkLst>
            <pc:docMk/>
            <pc:sldMk cId="0" sldId="256"/>
            <ac:spMk id="88" creationId="{00000000-0000-0000-0000-000000000000}"/>
          </ac:spMkLst>
        </pc:spChg>
      </pc:sldChg>
      <pc:sldChg chg="modSp mod modNotesTx">
        <pc:chgData name="Наиля Мавлюдова" userId="946b87bdd2203ae6" providerId="LiveId" clId="{83203AC1-6245-40F9-A041-43D62F85DA14}" dt="2026-09-20T10:55:38.450" v="23"/>
        <pc:sldMkLst>
          <pc:docMk/>
          <pc:sldMk cId="1972458142" sldId="257"/>
        </pc:sldMkLst>
        <pc:spChg chg="mod">
          <ac:chgData name="Наиля Мавлюдова" userId="946b87bdd2203ae6" providerId="LiveId" clId="{83203AC1-6245-40F9-A041-43D62F85DA14}" dt="2026-09-20T10:51:09.161" v="17" actId="14100"/>
          <ac:spMkLst>
            <pc:docMk/>
            <pc:sldMk cId="1972458142" sldId="257"/>
            <ac:spMk id="15" creationId="{6BCE7078-390F-486A-97A0-0245DC52D296}"/>
          </ac:spMkLst>
        </pc:spChg>
      </pc:sldChg>
      <pc:sldChg chg="modNotesTx">
        <pc:chgData name="Наиля Мавлюдова" userId="946b87bdd2203ae6" providerId="LiveId" clId="{83203AC1-6245-40F9-A041-43D62F85DA14}" dt="2026-09-20T10:57:08.139" v="25"/>
        <pc:sldMkLst>
          <pc:docMk/>
          <pc:sldMk cId="1129809801" sldId="258"/>
        </pc:sldMkLst>
      </pc:sldChg>
      <pc:sldChg chg="modNotesTx">
        <pc:chgData name="Наиля Мавлюдова" userId="946b87bdd2203ae6" providerId="LiveId" clId="{83203AC1-6245-40F9-A041-43D62F85DA14}" dt="2026-09-20T10:59:18.755" v="28"/>
        <pc:sldMkLst>
          <pc:docMk/>
          <pc:sldMk cId="1204516321" sldId="259"/>
        </pc:sldMkLst>
      </pc:sldChg>
      <pc:sldChg chg="modNotesTx">
        <pc:chgData name="Наиля Мавлюдова" userId="946b87bdd2203ae6" providerId="LiveId" clId="{83203AC1-6245-40F9-A041-43D62F85DA14}" dt="2026-09-20T11:00:26.584" v="30"/>
        <pc:sldMkLst>
          <pc:docMk/>
          <pc:sldMk cId="1017120112" sldId="260"/>
        </pc:sldMkLst>
      </pc:sldChg>
      <pc:sldChg chg="modNotesTx">
        <pc:chgData name="Наиля Мавлюдова" userId="946b87bdd2203ae6" providerId="LiveId" clId="{83203AC1-6245-40F9-A041-43D62F85DA14}" dt="2026-09-20T11:00:56.263" v="32"/>
        <pc:sldMkLst>
          <pc:docMk/>
          <pc:sldMk cId="1141598590" sldId="261"/>
        </pc:sldMkLst>
      </pc:sldChg>
      <pc:sldChg chg="modNotesTx">
        <pc:chgData name="Наиля Мавлюдова" userId="946b87bdd2203ae6" providerId="LiveId" clId="{83203AC1-6245-40F9-A041-43D62F85DA14}" dt="2026-09-20T11:01:10.569" v="34"/>
        <pc:sldMkLst>
          <pc:docMk/>
          <pc:sldMk cId="17497843" sldId="262"/>
        </pc:sldMkLst>
      </pc:sldChg>
      <pc:sldChg chg="modNotesTx">
        <pc:chgData name="Наиля Мавлюдова" userId="946b87bdd2203ae6" providerId="LiveId" clId="{83203AC1-6245-40F9-A041-43D62F85DA14}" dt="2026-09-20T11:01:31.165" v="36"/>
        <pc:sldMkLst>
          <pc:docMk/>
          <pc:sldMk cId="2019795833" sldId="263"/>
        </pc:sldMkLst>
      </pc:sldChg>
      <pc:sldChg chg="modNotesTx">
        <pc:chgData name="Наиля Мавлюдова" userId="946b87bdd2203ae6" providerId="LiveId" clId="{83203AC1-6245-40F9-A041-43D62F85DA14}" dt="2026-09-20T11:01:50.095" v="38"/>
        <pc:sldMkLst>
          <pc:docMk/>
          <pc:sldMk cId="1576281416" sldId="264"/>
        </pc:sldMkLst>
      </pc:sldChg>
      <pc:sldChg chg="modNotesTx">
        <pc:chgData name="Наиля Мавлюдова" userId="946b87bdd2203ae6" providerId="LiveId" clId="{83203AC1-6245-40F9-A041-43D62F85DA14}" dt="2026-09-20T11:02:02.740" v="40"/>
        <pc:sldMkLst>
          <pc:docMk/>
          <pc:sldMk cId="1635703177" sldId="265"/>
        </pc:sldMkLst>
      </pc:sldChg>
      <pc:sldChg chg="modNotesTx">
        <pc:chgData name="Наиля Мавлюдова" userId="946b87bdd2203ae6" providerId="LiveId" clId="{83203AC1-6245-40F9-A041-43D62F85DA14}" dt="2026-09-20T11:02:34.596" v="42"/>
        <pc:sldMkLst>
          <pc:docMk/>
          <pc:sldMk cId="1416533969" sldId="266"/>
        </pc:sldMkLst>
      </pc:sldChg>
      <pc:sldChg chg="modNotesTx">
        <pc:chgData name="Наиля Мавлюдова" userId="946b87bdd2203ae6" providerId="LiveId" clId="{83203AC1-6245-40F9-A041-43D62F85DA14}" dt="2026-09-20T11:02:53.667" v="44"/>
        <pc:sldMkLst>
          <pc:docMk/>
          <pc:sldMk cId="447041375" sldId="267"/>
        </pc:sldMkLst>
      </pc:sldChg>
      <pc:sldChg chg="modNotesTx">
        <pc:chgData name="Наиля Мавлюдова" userId="946b87bdd2203ae6" providerId="LiveId" clId="{83203AC1-6245-40F9-A041-43D62F85DA14}" dt="2026-09-20T11:04:27.611" v="50"/>
        <pc:sldMkLst>
          <pc:docMk/>
          <pc:sldMk cId="409969581" sldId="268"/>
        </pc:sldMkLst>
      </pc:sldChg>
      <pc:sldChg chg="modNotesTx">
        <pc:chgData name="Наиля Мавлюдова" userId="946b87bdd2203ae6" providerId="LiveId" clId="{83203AC1-6245-40F9-A041-43D62F85DA14}" dt="2026-09-20T11:05:00.914" v="53" actId="6549"/>
        <pc:sldMkLst>
          <pc:docMk/>
          <pc:sldMk cId="875756141" sldId="269"/>
        </pc:sldMkLst>
      </pc:sldChg>
      <pc:sldChg chg="modNotesTx">
        <pc:chgData name="Наиля Мавлюдова" userId="946b87bdd2203ae6" providerId="LiveId" clId="{83203AC1-6245-40F9-A041-43D62F85DA14}" dt="2026-09-20T11:05:19.304" v="55"/>
        <pc:sldMkLst>
          <pc:docMk/>
          <pc:sldMk cId="1198588885" sldId="270"/>
        </pc:sldMkLst>
      </pc:sldChg>
      <pc:sldChg chg="modNotesTx">
        <pc:chgData name="Наиля Мавлюдова" userId="946b87bdd2203ae6" providerId="LiveId" clId="{83203AC1-6245-40F9-A041-43D62F85DA14}" dt="2026-09-20T11:05:33.559" v="57"/>
        <pc:sldMkLst>
          <pc:docMk/>
          <pc:sldMk cId="289283408" sldId="271"/>
        </pc:sldMkLst>
      </pc:sldChg>
      <pc:sldChg chg="modNotesTx">
        <pc:chgData name="Наиля Мавлюдова" userId="946b87bdd2203ae6" providerId="LiveId" clId="{83203AC1-6245-40F9-A041-43D62F85DA14}" dt="2026-09-20T11:06:08.694" v="59"/>
        <pc:sldMkLst>
          <pc:docMk/>
          <pc:sldMk cId="1757916477" sldId="272"/>
        </pc:sldMkLst>
      </pc:sldChg>
      <pc:sldChg chg="modNotesTx">
        <pc:chgData name="Наиля Мавлюдова" userId="946b87bdd2203ae6" providerId="LiveId" clId="{83203AC1-6245-40F9-A041-43D62F85DA14}" dt="2026-09-20T11:06:29.815" v="61"/>
        <pc:sldMkLst>
          <pc:docMk/>
          <pc:sldMk cId="2086814218" sldId="273"/>
        </pc:sldMkLst>
      </pc:sldChg>
      <pc:sldChg chg="modNotesTx">
        <pc:chgData name="Наиля Мавлюдова" userId="946b87bdd2203ae6" providerId="LiveId" clId="{83203AC1-6245-40F9-A041-43D62F85DA14}" dt="2026-09-20T11:06:54.336" v="63"/>
        <pc:sldMkLst>
          <pc:docMk/>
          <pc:sldMk cId="856116609" sldId="275"/>
        </pc:sldMkLst>
      </pc:sldChg>
      <pc:sldChg chg="modNotesTx">
        <pc:chgData name="Наиля Мавлюдова" userId="946b87bdd2203ae6" providerId="LiveId" clId="{83203AC1-6245-40F9-A041-43D62F85DA14}" dt="2026-09-20T11:07:24.224" v="65"/>
        <pc:sldMkLst>
          <pc:docMk/>
          <pc:sldMk cId="2026365527" sldId="282"/>
        </pc:sldMkLst>
      </pc:sldChg>
      <pc:sldChg chg="addSp modSp new mod modNotesTx">
        <pc:chgData name="Наиля Мавлюдова" userId="946b87bdd2203ae6" providerId="LiveId" clId="{83203AC1-6245-40F9-A041-43D62F85DA14}" dt="2026-09-20T12:07:05.797" v="146" actId="1076"/>
        <pc:sldMkLst>
          <pc:docMk/>
          <pc:sldMk cId="847497226" sldId="283"/>
        </pc:sldMkLst>
        <pc:spChg chg="add mod">
          <ac:chgData name="Наиля Мавлюдова" userId="946b87bdd2203ae6" providerId="LiveId" clId="{83203AC1-6245-40F9-A041-43D62F85DA14}" dt="2026-09-20T12:06:56.704" v="140" actId="1076"/>
          <ac:spMkLst>
            <pc:docMk/>
            <pc:sldMk cId="847497226" sldId="283"/>
            <ac:spMk id="3" creationId="{F82DA03D-9AA4-490D-0653-D8DDBBA0C61F}"/>
          </ac:spMkLst>
        </pc:spChg>
        <pc:spChg chg="add mod">
          <ac:chgData name="Наиля Мавлюдова" userId="946b87bdd2203ae6" providerId="LiveId" clId="{83203AC1-6245-40F9-A041-43D62F85DA14}" dt="2026-09-20T12:01:32.655" v="80" actId="1076"/>
          <ac:spMkLst>
            <pc:docMk/>
            <pc:sldMk cId="847497226" sldId="283"/>
            <ac:spMk id="5" creationId="{4CDEA30A-D718-95ED-0663-0D5CF4B87954}"/>
          </ac:spMkLst>
        </pc:spChg>
        <pc:spChg chg="add mod">
          <ac:chgData name="Наиля Мавлюдова" userId="946b87bdd2203ae6" providerId="LiveId" clId="{83203AC1-6245-40F9-A041-43D62F85DA14}" dt="2026-09-20T12:06:54.660" v="139" actId="1076"/>
          <ac:spMkLst>
            <pc:docMk/>
            <pc:sldMk cId="847497226" sldId="283"/>
            <ac:spMk id="7" creationId="{49C40E31-A77E-0CDA-5B0B-0C2B887E1394}"/>
          </ac:spMkLst>
        </pc:spChg>
        <pc:spChg chg="add mod">
          <ac:chgData name="Наиля Мавлюдова" userId="946b87bdd2203ae6" providerId="LiveId" clId="{83203AC1-6245-40F9-A041-43D62F85DA14}" dt="2026-09-20T12:07:05.797" v="146" actId="1076"/>
          <ac:spMkLst>
            <pc:docMk/>
            <pc:sldMk cId="847497226" sldId="283"/>
            <ac:spMk id="9" creationId="{5A75B3F7-CD3C-4BC5-091A-BD6EEC2EFFCE}"/>
          </ac:spMkLst>
        </pc:spChg>
      </pc:sldChg>
      <pc:sldChg chg="addSp modSp new mod modNotesTx">
        <pc:chgData name="Наиля Мавлюдова" userId="946b87bdd2203ae6" providerId="LiveId" clId="{83203AC1-6245-40F9-A041-43D62F85DA14}" dt="2026-09-20T12:03:31.441" v="112"/>
        <pc:sldMkLst>
          <pc:docMk/>
          <pc:sldMk cId="2754203893" sldId="284"/>
        </pc:sldMkLst>
        <pc:spChg chg="add mod">
          <ac:chgData name="Наиля Мавлюдова" userId="946b87bdd2203ae6" providerId="LiveId" clId="{83203AC1-6245-40F9-A041-43D62F85DA14}" dt="2026-09-20T12:03:06.627" v="108" actId="1076"/>
          <ac:spMkLst>
            <pc:docMk/>
            <pc:sldMk cId="2754203893" sldId="284"/>
            <ac:spMk id="3" creationId="{B3F4D4F2-E0B7-BC82-D756-450879D8C187}"/>
          </ac:spMkLst>
        </pc:spChg>
        <pc:spChg chg="add mod">
          <ac:chgData name="Наиля Мавлюдова" userId="946b87bdd2203ae6" providerId="LiveId" clId="{83203AC1-6245-40F9-A041-43D62F85DA14}" dt="2026-09-20T12:03:20.684" v="111" actId="14100"/>
          <ac:spMkLst>
            <pc:docMk/>
            <pc:sldMk cId="2754203893" sldId="284"/>
            <ac:spMk id="5" creationId="{29649931-19DE-A524-26BC-B23523CDA7E7}"/>
          </ac:spMkLst>
        </pc:spChg>
      </pc:sldChg>
      <pc:sldChg chg="addSp modSp new mod modNotesTx">
        <pc:chgData name="Наиля Мавлюдова" userId="946b87bdd2203ae6" providerId="LiveId" clId="{83203AC1-6245-40F9-A041-43D62F85DA14}" dt="2026-09-20T12:07:26.340" v="153" actId="2711"/>
        <pc:sldMkLst>
          <pc:docMk/>
          <pc:sldMk cId="3390724160" sldId="285"/>
        </pc:sldMkLst>
        <pc:spChg chg="add mod">
          <ac:chgData name="Наиля Мавлюдова" userId="946b87bdd2203ae6" providerId="LiveId" clId="{83203AC1-6245-40F9-A041-43D62F85DA14}" dt="2026-09-20T12:07:20.862" v="149"/>
          <ac:spMkLst>
            <pc:docMk/>
            <pc:sldMk cId="3390724160" sldId="285"/>
            <ac:spMk id="3" creationId="{266AE000-EC71-2F28-7843-8D3833987ACD}"/>
          </ac:spMkLst>
        </pc:spChg>
        <pc:spChg chg="add mod">
          <ac:chgData name="Наиля Мавлюдова" userId="946b87bdd2203ae6" providerId="LiveId" clId="{83203AC1-6245-40F9-A041-43D62F85DA14}" dt="2026-09-20T12:04:22.306" v="126" actId="14100"/>
          <ac:spMkLst>
            <pc:docMk/>
            <pc:sldMk cId="3390724160" sldId="285"/>
            <ac:spMk id="5" creationId="{1654587A-C5F2-DDCA-CC3F-47B32DD58557}"/>
          </ac:spMkLst>
        </pc:spChg>
        <pc:spChg chg="add mod">
          <ac:chgData name="Наиля Мавлюдова" userId="946b87bdd2203ae6" providerId="LiveId" clId="{83203AC1-6245-40F9-A041-43D62F85DA14}" dt="2026-09-20T12:07:26.340" v="153" actId="2711"/>
          <ac:spMkLst>
            <pc:docMk/>
            <pc:sldMk cId="3390724160" sldId="285"/>
            <ac:spMk id="7" creationId="{252F3027-03C9-7AF4-EE6B-55E7A3D90487}"/>
          </ac:spMkLst>
        </pc:spChg>
      </pc:sldChg>
      <pc:sldChg chg="addSp modSp new mod modNotesTx">
        <pc:chgData name="Наиля Мавлюдова" userId="946b87bdd2203ae6" providerId="LiveId" clId="{83203AC1-6245-40F9-A041-43D62F85DA14}" dt="2026-09-20T12:09:23.781" v="189"/>
        <pc:sldMkLst>
          <pc:docMk/>
          <pc:sldMk cId="193962248" sldId="286"/>
        </pc:sldMkLst>
        <pc:spChg chg="add mod">
          <ac:chgData name="Наиля Мавлюдова" userId="946b87bdd2203ae6" providerId="LiveId" clId="{83203AC1-6245-40F9-A041-43D62F85DA14}" dt="2026-09-20T12:07:39.978" v="157" actId="113"/>
          <ac:spMkLst>
            <pc:docMk/>
            <pc:sldMk cId="193962248" sldId="286"/>
            <ac:spMk id="3" creationId="{29B99849-096C-B00C-7AB6-1007C65ED868}"/>
          </ac:spMkLst>
        </pc:spChg>
        <pc:spChg chg="add mod">
          <ac:chgData name="Наиля Мавлюдова" userId="946b87bdd2203ae6" providerId="LiveId" clId="{83203AC1-6245-40F9-A041-43D62F85DA14}" dt="2026-09-20T12:08:22.827" v="161" actId="1076"/>
          <ac:spMkLst>
            <pc:docMk/>
            <pc:sldMk cId="193962248" sldId="286"/>
            <ac:spMk id="5" creationId="{96CA17EB-1D49-EE13-D0DC-F8F4E05B7226}"/>
          </ac:spMkLst>
        </pc:spChg>
        <pc:spChg chg="add mod">
          <ac:chgData name="Наиля Мавлюдова" userId="946b87bdd2203ae6" providerId="LiveId" clId="{83203AC1-6245-40F9-A041-43D62F85DA14}" dt="2026-09-20T12:08:45.471" v="165" actId="14100"/>
          <ac:spMkLst>
            <pc:docMk/>
            <pc:sldMk cId="193962248" sldId="286"/>
            <ac:spMk id="9" creationId="{552E3A86-4D8C-4046-B79D-5318A2B1DF55}"/>
          </ac:spMkLst>
        </pc:spChg>
        <pc:cxnChg chg="add">
          <ac:chgData name="Наиля Мавлюдова" userId="946b87bdd2203ae6" providerId="LiveId" clId="{83203AC1-6245-40F9-A041-43D62F85DA14}" dt="2026-09-20T12:08:28.882" v="162" actId="11529"/>
          <ac:cxnSpMkLst>
            <pc:docMk/>
            <pc:sldMk cId="193962248" sldId="286"/>
            <ac:cxnSpMk id="7" creationId="{54AD3F14-31C9-B6B6-455A-630500275255}"/>
          </ac:cxnSpMkLst>
        </pc:cxnChg>
      </pc:sldChg>
      <pc:sldChg chg="addSp modSp new mod modNotesTx">
        <pc:chgData name="Наиля Мавлюдова" userId="946b87bdd2203ae6" providerId="LiveId" clId="{83203AC1-6245-40F9-A041-43D62F85DA14}" dt="2026-09-20T12:10:41.012" v="230" actId="6549"/>
        <pc:sldMkLst>
          <pc:docMk/>
          <pc:sldMk cId="3792150927" sldId="287"/>
        </pc:sldMkLst>
        <pc:spChg chg="add mod">
          <ac:chgData name="Наиля Мавлюдова" userId="946b87bdd2203ae6" providerId="LiveId" clId="{83203AC1-6245-40F9-A041-43D62F85DA14}" dt="2026-09-20T12:09:39.646" v="194" actId="1076"/>
          <ac:spMkLst>
            <pc:docMk/>
            <pc:sldMk cId="3792150927" sldId="287"/>
            <ac:spMk id="3" creationId="{7DCBA1D4-EF3E-28FC-86AB-1E8CC844C3CE}"/>
          </ac:spMkLst>
        </pc:spChg>
        <pc:spChg chg="add mod">
          <ac:chgData name="Наиля Мавлюдова" userId="946b87bdd2203ae6" providerId="LiveId" clId="{83203AC1-6245-40F9-A041-43D62F85DA14}" dt="2026-09-20T12:10:26.752" v="205" actId="20577"/>
          <ac:spMkLst>
            <pc:docMk/>
            <pc:sldMk cId="3792150927" sldId="287"/>
            <ac:spMk id="5" creationId="{558C8119-92C8-0E9C-EC32-951CC929735F}"/>
          </ac:spMkLst>
        </pc:spChg>
      </pc:sldChg>
      <pc:sldChg chg="addSp modSp new mod">
        <pc:chgData name="Наиля Мавлюдова" userId="946b87bdd2203ae6" providerId="LiveId" clId="{83203AC1-6245-40F9-A041-43D62F85DA14}" dt="2026-09-20T12:13:37.288" v="266" actId="14100"/>
        <pc:sldMkLst>
          <pc:docMk/>
          <pc:sldMk cId="2970672834" sldId="288"/>
        </pc:sldMkLst>
        <pc:spChg chg="add mod">
          <ac:chgData name="Наиля Мавлюдова" userId="946b87bdd2203ae6" providerId="LiveId" clId="{83203AC1-6245-40F9-A041-43D62F85DA14}" dt="2026-09-20T12:11:54.701" v="237" actId="1076"/>
          <ac:spMkLst>
            <pc:docMk/>
            <pc:sldMk cId="2970672834" sldId="288"/>
            <ac:spMk id="3" creationId="{781C2DFA-B624-F464-8261-2C46C78BED70}"/>
          </ac:spMkLst>
        </pc:spChg>
        <pc:spChg chg="add mod">
          <ac:chgData name="Наиля Мавлюдова" userId="946b87bdd2203ae6" providerId="LiveId" clId="{83203AC1-6245-40F9-A041-43D62F85DA14}" dt="2026-09-20T12:12:20.916" v="245" actId="1076"/>
          <ac:spMkLst>
            <pc:docMk/>
            <pc:sldMk cId="2970672834" sldId="288"/>
            <ac:spMk id="5" creationId="{B8AFE322-0548-E7F2-E5DD-8C1906402F7F}"/>
          </ac:spMkLst>
        </pc:spChg>
        <pc:spChg chg="add mod">
          <ac:chgData name="Наиля Мавлюдова" userId="946b87bdd2203ae6" providerId="LiveId" clId="{83203AC1-6245-40F9-A041-43D62F85DA14}" dt="2026-09-20T12:12:19.730" v="244" actId="1076"/>
          <ac:spMkLst>
            <pc:docMk/>
            <pc:sldMk cId="2970672834" sldId="288"/>
            <ac:spMk id="7" creationId="{5B6B8E19-03B1-82CF-019F-96718F68543C}"/>
          </ac:spMkLst>
        </pc:spChg>
        <pc:spChg chg="add mod">
          <ac:chgData name="Наиля Мавлюдова" userId="946b87bdd2203ae6" providerId="LiveId" clId="{83203AC1-6245-40F9-A041-43D62F85DA14}" dt="2026-09-20T12:12:25.685" v="248" actId="2711"/>
          <ac:spMkLst>
            <pc:docMk/>
            <pc:sldMk cId="2970672834" sldId="288"/>
            <ac:spMk id="9" creationId="{7BC0246C-EF6F-ADEB-EAD1-A2CB028B9A2C}"/>
          </ac:spMkLst>
        </pc:spChg>
        <pc:spChg chg="add mod">
          <ac:chgData name="Наиля Мавлюдова" userId="946b87bdd2203ae6" providerId="LiveId" clId="{83203AC1-6245-40F9-A041-43D62F85DA14}" dt="2026-09-20T12:12:34.438" v="251" actId="2711"/>
          <ac:spMkLst>
            <pc:docMk/>
            <pc:sldMk cId="2970672834" sldId="288"/>
            <ac:spMk id="11" creationId="{F5678B42-96C5-4ECA-1E7B-55A9E55B492F}"/>
          </ac:spMkLst>
        </pc:spChg>
        <pc:spChg chg="add mod">
          <ac:chgData name="Наиля Мавлюдова" userId="946b87bdd2203ae6" providerId="LiveId" clId="{83203AC1-6245-40F9-A041-43D62F85DA14}" dt="2026-09-20T12:12:50.216" v="255" actId="1076"/>
          <ac:spMkLst>
            <pc:docMk/>
            <pc:sldMk cId="2970672834" sldId="288"/>
            <ac:spMk id="13" creationId="{05E8F4DE-07BA-89C0-BF58-3DF3D3A6E291}"/>
          </ac:spMkLst>
        </pc:spChg>
        <pc:spChg chg="add mod">
          <ac:chgData name="Наиля Мавлюдова" userId="946b87bdd2203ae6" providerId="LiveId" clId="{83203AC1-6245-40F9-A041-43D62F85DA14}" dt="2026-09-20T12:13:00.010" v="258" actId="2711"/>
          <ac:spMkLst>
            <pc:docMk/>
            <pc:sldMk cId="2970672834" sldId="288"/>
            <ac:spMk id="15" creationId="{AB770BCE-5848-FFF7-7E62-F49A7A1AD223}"/>
          </ac:spMkLst>
        </pc:spChg>
        <pc:spChg chg="add mod">
          <ac:chgData name="Наиля Мавлюдова" userId="946b87bdd2203ae6" providerId="LiveId" clId="{83203AC1-6245-40F9-A041-43D62F85DA14}" dt="2026-09-20T12:13:18.614" v="263" actId="6549"/>
          <ac:spMkLst>
            <pc:docMk/>
            <pc:sldMk cId="2970672834" sldId="288"/>
            <ac:spMk id="16" creationId="{D9F8134B-A43E-BE5D-81B6-1C81007EAC63}"/>
          </ac:spMkLst>
        </pc:spChg>
        <pc:spChg chg="add mod">
          <ac:chgData name="Наиля Мавлюдова" userId="946b87bdd2203ae6" providerId="LiveId" clId="{83203AC1-6245-40F9-A041-43D62F85DA14}" dt="2026-09-20T12:13:37.288" v="266" actId="14100"/>
          <ac:spMkLst>
            <pc:docMk/>
            <pc:sldMk cId="2970672834" sldId="288"/>
            <ac:spMk id="18" creationId="{AB8E014D-E317-D5EE-6753-571322FF9387}"/>
          </ac:spMkLst>
        </pc:spChg>
      </pc:sldChg>
      <pc:sldChg chg="del">
        <pc:chgData name="Наиля Мавлюдова" userId="946b87bdd2203ae6" providerId="LiveId" clId="{83203AC1-6245-40F9-A041-43D62F85DA14}" dt="2026-09-20T10:49:21.640" v="12" actId="47"/>
        <pc:sldMkLst>
          <pc:docMk/>
          <pc:sldMk cId="2254807987" sldId="332"/>
        </pc:sldMkLst>
      </pc:sldChg>
      <pc:sldMasterChg chg="del delSldLayout">
        <pc:chgData name="Наиля Мавлюдова" userId="946b87bdd2203ae6" providerId="LiveId" clId="{83203AC1-6245-40F9-A041-43D62F85DA14}" dt="2026-09-20T10:49:21.640" v="12" actId="47"/>
        <pc:sldMasterMkLst>
          <pc:docMk/>
          <pc:sldMasterMk cId="23871618" sldId="2147483650"/>
        </pc:sldMasterMkLst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423612100" sldId="2147483651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1827561076" sldId="2147483652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937052664" sldId="2147483653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1992517002" sldId="2147483654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4124721091" sldId="2147483655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1289480212" sldId="2147483656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2241386596" sldId="2147483657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1270569837" sldId="2147483658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2371641623" sldId="2147483659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2880980450" sldId="2147483660"/>
          </pc:sldLayoutMkLst>
        </pc:sldLayoutChg>
        <pc:sldLayoutChg chg="del">
          <pc:chgData name="Наиля Мавлюдова" userId="946b87bdd2203ae6" providerId="LiveId" clId="{83203AC1-6245-40F9-A041-43D62F85DA14}" dt="2026-09-20T10:49:21.640" v="12" actId="47"/>
          <pc:sldLayoutMkLst>
            <pc:docMk/>
            <pc:sldMasterMk cId="23871618" sldId="2147483650"/>
            <pc:sldLayoutMk cId="1151074297" sldId="2147483661"/>
          </pc:sldLayoutMkLst>
        </pc:sldLayoutChg>
      </pc:sldMasterChg>
    </pc:docChg>
  </pc:docChgLst>
  <pc:docChgLst>
    <pc:chgData name="Наиля Мавлюдова" userId="946b87bdd2203ae6" providerId="LiveId" clId="{E583866C-8B61-4795-B1E6-BAC14784ABFE}"/>
    <pc:docChg chg="modSld">
      <pc:chgData name="Наиля Мавлюдова" userId="946b87bdd2203ae6" providerId="LiveId" clId="{E583866C-8B61-4795-B1E6-BAC14784ABFE}" dt="2026-08-27T14:02:34.321" v="30" actId="404"/>
      <pc:docMkLst>
        <pc:docMk/>
      </pc:docMkLst>
      <pc:sldChg chg="addSp modSp mod">
        <pc:chgData name="Наиля Мавлюдова" userId="946b87bdd2203ae6" providerId="LiveId" clId="{E583866C-8B61-4795-B1E6-BAC14784ABFE}" dt="2026-08-27T14:02:34.321" v="30" actId="404"/>
        <pc:sldMkLst>
          <pc:docMk/>
          <pc:sldMk cId="1972458142" sldId="257"/>
        </pc:sldMkLst>
        <pc:spChg chg="add mod">
          <ac:chgData name="Наиля Мавлюдова" userId="946b87bdd2203ae6" providerId="LiveId" clId="{E583866C-8B61-4795-B1E6-BAC14784ABFE}" dt="2026-08-27T14:02:34.321" v="30" actId="404"/>
          <ac:spMkLst>
            <pc:docMk/>
            <pc:sldMk cId="1972458142" sldId="257"/>
            <ac:spMk id="4" creationId="{1753AE5D-6A90-08E4-6AD5-926963218E96}"/>
          </ac:spMkLst>
        </pc:spChg>
        <pc:spChg chg="add mod">
          <ac:chgData name="Наиля Мавлюдова" userId="946b87bdd2203ae6" providerId="LiveId" clId="{E583866C-8B61-4795-B1E6-BAC14784ABFE}" dt="2026-08-27T14:02:21.778" v="27" actId="1076"/>
          <ac:spMkLst>
            <pc:docMk/>
            <pc:sldMk cId="1972458142" sldId="257"/>
            <ac:spMk id="19" creationId="{568BD7A8-3090-A9C9-7B5A-0341A33998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JavaScript функция имеет гораздо более интересную природу. Она является полноценным объектом, который можно хранить в переменных, передавать другим функциям и выполнять в нужный момент.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«Функция — объект, который можно вызвать».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функция одновременно обладает двумя важными особенностями.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 одной стороны, она является обычным объектом языка JavaScript.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 другой стороны, её можно выполнить, используя специальные круглые скобки.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это отличает функцию от большинства других объектов.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объединяет код и значение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JavaScript функция объединяет исполняемый код и значение, доступное во время выполнения программы.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Любая функция содержит некоторый алгоритм.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вычисление стоимости заказа;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проверку правильности электронной почты;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сортировку списка товаров;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вывод сообщения пользователю.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Этот алгоритм хранится внутри функции до тех пор, пока функция не будет вызвана.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Получается, что функция похожа на инструкцию, которая ждёт момента своего выполнения.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одновременно функция является обычным значением языка.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Её можно сохранить в переменной.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поместить в массив.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сделать свойством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передать другой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JavaScript относится к функциям как к полноценным объектам.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этап — создать функцию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«Создать».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 этим понимается объявление функции или вычисление функционального выражения.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разработчик пишет функцию, JavaScript создаёт новый объект функции и сохраняет его в памяти.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 greet()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console.log("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Привет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!");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этой строки сообщение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«Привет!»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ещё не выводится.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Происходит только создание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Иначе говоря, JavaScript запоминает алгоритм, но пока его не выполняет.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Очень важно понимать это различие.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Создание функции и её выполнение — совершенно разные операции.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объявление функции ещё не означает выполнение содержащегося в ней кода.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этап — передать функцию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«Передать».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Функцию можно сохранить: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переменной;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массиве;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объекте;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передать как аргумент другой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становится возможным именно потому, что функция является объектом.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функцию можно сохранить в переменной.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переменная будет содержать не число и не строку, а саму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Точно так же функцию можно сделать свойством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одна важная возможность — передача функции в качестве аргумента другой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Третий этап — вызвать функцию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«Вызвать».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Применить оператор () и получить результат выполнения.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круглые скобки делают функцию выполняемой.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существует функция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console.log("Привет!");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 её вызов выглядит следующим образом: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JavaScript встречает круглые скобки после имени функции, он начинает выполнять код, который находится внутри неё.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круглых скобок нет,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 происходит обращение к самой функции как к объекту, но её выполнение не начинается.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очень важное отличие.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сказать, что имя функции обозначает сам объект функции, а запись с круглыми скобками означает просьбу выполнить содержащийся внутри алгоритм.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Почему функции называют объектами?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Мы привыкли считать объектом структуру, содержащую свойства и методы.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функция в JavaScript тоже обладает собственными свойствами и возможностями.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она имеет имя,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может храниться в переменной,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может быть передана другой функции,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может быть возвращена как результат работы другой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Получается, что функция обладает всеми признаками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Единственное дополнительное свойство функции заключается в том, что её можно выполнить.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говорят: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— это объект, который можно вызвать.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Почему это важно для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React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React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Native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Практически весь современный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построен вокруг функций.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компонент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представляет собой функцию, которая возвращает пользовательский интерфейс.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необходимо показать экран приложения,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вызывает соответствующую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пользователь изменяет данные, эта функция вызывается повторно.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понимание того, что функция является объектом и может существовать отдельно от момента своего выполнения, является одним из ключевых знаний для дальнейшего изучения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Native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Само объявление функции ещё не означает, что её код будет выполнен. Когда интерпретатор встречает объявление функции, он лишь создаёт её и делает доступной для последующего использования. Тело функции начинает выполняться только тогда, когда программа встречает её вызов.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Каждый вызов функции проходит несколько последовательных этапов.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программа получает ссылку на нужную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вычисляются все аргументы, которые передаются при вызове. Если аргументом является выражение или вызов другой функции, сначала вычисляется именно это выражение, и только после этого управление передаётся вызываемой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вычисления аргументов создаётся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новый контекст выполнения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В этом контексте размещаются параметры функции, локальные переменные и вся информация, необходимая для её работы. Такой контекст существует только во время выполнения конкретного вызова.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выполняется тело функции — все инструкции, расположенные между фигурными скобками.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выполнение завершается, функция может вернуть результат оператором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Если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отсутствует, JavaScript автоматически возвращает специальное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завершения работы созданный контекст выполнения уничтожается, а управление возвращается в то место программы, откуда функция была вызвана.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Очень важно понимать разницу между созданием функции и её вызовом. Объявление только создаёт функцию, а выполнение её кода начинается исключительно после использования круглых скобок при вызове.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Наиболее распространённым способом создания функций в JavaScript является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Declaration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то есть именованное объявление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таком способе сначала записывается ключевое слово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затем имя функции, список параметров в круглых скобках и тело функции в фигурных скобках.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Особенность такого объявления заключается в том, что функция становится доступной ещё до того, как интерпретатор последовательно выполнит строки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на данном слайде сначала выполняется вызов функции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formatPrice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её объявление расположено ниже. Несмотря на такой порядок, программа работает корректно.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происходит потому, что при подготовке программы к выполнению JavaScript заранее обрабатывает все объявления функций и создаёт для них соответствующие привязки. В результате функция уже существует к моменту её первого вызова.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этом важно понимать, что заранее создаётся только сама функция. Её тело не выполняется автоматически. Выполнение начинается только после вызова.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строке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formatPrice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(1250));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вычисляется аргумент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1250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затем вызывается функция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formatPrice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функции значение преобразуется методом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toLocaleString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который форматирует число в соответствии с российскими правилами записи, после чего к результату добавляется символ рубля.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возвращает сформированную строку обратно в место вызова.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функция завершается, 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получает уже готовую строку и выводит её в консоль.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способ объявления функций особенно удобен для основных операций программы, когда функция представляет собой самостоятельную логическую часть приложения.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рассмотрим, каким образом функция получает данные для своей работы.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важно различать два похожих понятия: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параметры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аргументы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Параметры записываются при объявлении функции. Они являются своеобразными переменными, которые будут получать значения при каждом вызове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Аргументы, наоборот, передаются непосредственно во время вызова функции. Именно они становятся значениями соответствующих параметров.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приведённом примере объявлена функция: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quantity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quantity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являются параметрами.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вызове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(250, 3)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числа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250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являются аргументами.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выполнения функции первое значение связывается с параметром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второе — с параметром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quantity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Далее внутри функции создаётся локальная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в которую записывается произведение цены на количество.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вычисления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возвращает полученную сумму обратно вызывающему коду.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выражение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(250, 3)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заменяется числом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750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которое затем выводится функцией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Следует обратить внимание ещё на одну особенность параметров.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Параметры существуют только внутри функции. За её пределами они недоступны. При каждом новом вызове создаются новые локальные значения, поэтому предыдущие вычисления не сохраняются автоматически.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Благодаря параметрам одна и та же функция может использоваться многократно с разными исходными данными. Вместо создания нескольких одинаковых функций достаточно один раз написать общий алгоритм и затем вызывать его с различными аргументами.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Одной из особенностей JavaScript является то, что язык не требует строгого совпадения количества параметров и передаваемых аргументов.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многих языках программирования подобная ситуация приводит к ошибке, однако JavaScript позволяет вызывать функцию даже тогда, когда аргументов меньше или больше, чем было объявлено.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первую ситуацию.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Объявлена функция: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 greet(name)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Привет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" + name;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имеет один параметр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вызвать её без аргументов: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никакой ошибки не произойдёт.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значение для параметра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 было передано, JavaScript автоматически присваивает ему специальное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функция вернёт строку: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Привет,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программа продолжила работу, хотя полученный результат вряд ли можно считать правильным.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 противоположную ситуацию.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 square(value)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value * value;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имеет только один параметр.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при вызове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square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(4, 10);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передаются сразу два аргумента.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использует только первый аргумент, потому что именно для него существует параметр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аргумент никак не используется и просто игнорируется.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функция возвращает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16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JavaScript не проверяет автоматически правильность количества аргументов.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аргументов меньше, отсутствующие параметры получают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аргументов больше, лишние значения игнорируются.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разработчик должен самостоятельно следить за тем, чтобы функция вызывалась корректно, либо предусматривать обработку подобных ситуаций.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многих случаях отсутствие аргумента является вполне допустимой ситуацией.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Чтобы не выполнять дополнительные проверки внутри функции, JavaScript позволяет сразу указать значение по умолчанию.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при объявлении параметра после знака равенства записывается значение, которое будет использоваться при необходимости.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приведённом примере функция объявлена следующим образом: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createLabel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(text =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 названия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"[" +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text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"]";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вызвать функцию без аргументов,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createLabel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 параметр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text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автоматически получит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«Без названия»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 результатом работы станет строка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[Без названия]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Точно такой же результат получится и при явной передаче значения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createLabel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обоих случаях JavaScript считает, что значение отсутствует, поэтому использует установленное значение по умолчанию.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здесь существует очень важная особенность.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Значение по умолчанию применяется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только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тогда, когда параметр имеет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передать пустую строку,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createLabel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 именно пустая строка станет значением параметра.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вернёт: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Аналогично при передаче значения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createLabel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параметр получит именно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не значение по умолчанию.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Результатом станет строка: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значение по умолчанию не является универсальной заменой для любых «пустых» значений.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Оно используется исключительно тогда, когда аргумент отсутствует или имеет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Одним из важнейших операторов при работе с функциями является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назначение состоит в том, чтобы завершить выполнение функции и вернуть результат обратно в место её вызова.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оператора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работа функции немедленно прекращается.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Все инструкции, расположенные после него, уже не будут выполнены.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записан без значения или отсутствует совсем, функция автоматически возвращает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normalizeAge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получает некоторое значение и пытается преобразовать его в число.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выполняется преобразование: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Number(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происходит проверка.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полученное значение не является корректным числом или оказывается отрицательным, выполняется оператор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сразу завершается, а вызывающий код получает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проверка успешно пройдена, выполнение продолжается.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Последней инструкцией становится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Math.floor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возвращает целую часть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при вызове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normalizeAge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("19.8")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строка сначала преобразуется в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19.8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затем функция округляет значение вниз при помощи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Math.floor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после чего возвращает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19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Следует обратить внимание, что в данной функции используются два оператора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завершает работу при обнаружении некорректных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выполняется только тогда, когда все проверки успешно пройдены.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подход позволяет сделать код более понятным и избежать большого количества вложенных условных операторов.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функция всегда возвращает один из двух возможных результатов: либо корректное целое число, либо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которое сообщает вызывающей программе о том, что обработать входные данные не удалось.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 ещё одно очень важное свойство функций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локальную область видимости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Каждый раз при вызове функции создаётся собственная область, внутри которой существуют её параметры и локальные переменные.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переменные, объявленные внутри функции, доступны только во время её выполнения и только внутри самой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Внешний код не может напрямую обращаться к этим переменным.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Снаружи функции объявлена константа: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taxRate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0.2;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содержит ставку налога и находится во внешней области видимости.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объявляется функция: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calculateTax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tax = price *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taxRate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tax;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вызове функции создаётся локальный параметр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локальная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вычисления выражения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*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taxRate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сначала ищет переменную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taxRate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внутри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такой переменной там нет, поиск продолжается во внешней области видимости, где она успешно находится.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вычисления результат записывается в локальную переменную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которая существует только внутри данной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функция завершается, локальная переменная уничтожается.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попытка выполнить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приведёт к ошибке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ReferenceError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потому что за пределами функции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никогда не существовала.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локальная область видимости позволяет скрывать промежуточные вычисления внутри функции и защищает программу от случайного изменения внутренних данных.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разберём, каким образом JavaScript ищет переменные.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внутри функции используется какое-либо имя, интерпретатор начинает поиск не по всей программе сразу.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Поиск всегда начинается с самой внутренней области видимости.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проверяется текущий блок кода.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переменная там не найдена, поиск продолжается внутри тела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Затем, при необходимости, проверяется внешняя функция.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 только после этого поиск доходит до глобальной области видимости.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JavaScript всегда движется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 внутренней области к внешней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этом поиск прекращается сразу после нахождения первой подходящей переменной.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Очень важно понимать ещё одну особенность.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Область видимости определяется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тем местом, где функция была вызвана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тем местом,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где она была объявлена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говорят, что JavaScript использует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лексическую область видимости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Даже если функция будет передана в другую часть программы и вызвана совершенно в другом месте, она всё равно будет искать внешние переменные именно в том окружении, где была создана.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механизм обеспечивает предсказуемость работы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Разработчик всегда может определить, какие переменные доступны функции, просто посмотрев на место её объявления.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 ситуацию, когда во внутренней области создаётся переменная с тем же именем, что и во внешней.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Такое явление называется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shadowing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или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затенение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Оно означает, что локальная переменная временно скрывает внешнюю переменную с таким же именем.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первый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внешней области объявлена константа: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offline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содержит только одну инструкцию: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внутри функции собственной переменной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нет, JavaScript продолжает поиск во внешней области видимости.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в консоль будет выведено значение: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offline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 второй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внешней области снова существует переменная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offline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внутри функции появляется ещё одна переменная с тем же именем: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status = "online";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функция выполняет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console.log(status);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поиск начинается внутри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Первая найденная переменная уже имеет имя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поэтому именно она используется.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 внешней переменной поиск уже не продолжается.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в консоль выводится значение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online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этом внешняя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остаётся неизменной.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Важно понимать, что локальная переменная не изменяет внешнюю.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лишь временно скрывает её внутри своей области видимости.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после завершения функции внешняя переменная продолжает существовать со своим первоначальным значением.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при разработке программ рекомендуется выбирать понятные и различные имена переменных.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слишком часто использовать одинаковые имена во вложенных областях видимости, читать и сопровождать программу становится значительно сложнее.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познакомимся с одним из наиболее важных понятий языка JavaScript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замыканием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Замыкание возникает тогда, когда одна функция создаётся внутри другой функции и после завершения внешней функции продолжает иметь доступ к её переменным.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Другими словами, внутренняя функция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помнит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то окружение, в котором она была создана.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этом важно понимать, что функция не копирует значения внешних переменных.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сохраняет возможность обращаться к ним даже после завершения работы внешней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Процесс образования замыкания можно представить в три этапа.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внутри одной функции создаётся другая функция.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внешняя функция завершается и возвращает внутреннюю функцию наружу.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Несмотря на завершение работы внешней функции, её необходимые переменные продолжают существовать до тех пор, пока внутренняя функция может ими пользоваться.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это и называется замыканием.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Замыкания широко используются при разработке современных JavaScript-приложений.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Они позволяют хранить внутреннее состояние, создавать приватные данные, организовывать счётчики, обработчики событий и многие другие конструкции.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 практический пример использования замыкания.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Перед нами функция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createCounter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принимает начальное значение счётчика и создаёт локальную переменную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start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функция не возвращает число.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Вместо этого она возвращает другую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эта внутренняя функция увеличивает значение переменной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единицу и возвращает новый результат.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 на очень важную особенность.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завершения работы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createCounter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локальная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 исчезает.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продолжает существовать, потому что возвращённая функция всё ещё использует её.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 создание двух счётчиков.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создаётся вызовом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counterA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createCounter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(0);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counterB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createCounter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(10);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Каждый вызов функции создаёт собственную локальную переменную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оба счётчика работают независимо друг от друга.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первом вызове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counterA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значение увеличивается с нуля до единицы.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следующем вызове того же самого счётчика значение становится равным двум.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счётчик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counterB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использует совершенно другую переменную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начинает работу с числа десять, поэтому первый вызов возвращает одиннадцать.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оба счётчика не влияют друг на друга.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Каждый экземпляр функции хранит собственное внутреннее состояние.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этом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недоступна извне.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Изменить её напрямую невозможно.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Работать с ней можно только через возвращённую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замыкания позволяют реализовать инкапсуляцию данных без использования глобальных переменных.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 этого момента мы создавали функции с помощью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Declaration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существует ещё один способ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Expression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или функциональное выражение.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Главное отличие заключается в том, что функция создаётся как обычное значение и затем присваивается переменной.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приведённом примере справа создаётся функция: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 (price, percent)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price * percent / 100;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ссылка на неё сохраняется в переменной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calculateDiscount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переменная хранит не результат вычислений, а саму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Позже эту функцию можно вызвать обычным способом: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calculateDiscount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(2000, 15);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вызова параметр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получает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2000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параметр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percent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15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вычисляет размер скидки и возвращает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300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следующей строке выполняется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typeof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calculateDiscount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Результатом станет строка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подтверждает, что переменная действительно содержит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Следует обратить внимание ещё на одно отличие функционального выражения от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Declaration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Переменная, объявленная через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становится доступной только после выполнения строки её инициализации.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вызвать такую функцию до момента её создания нельзя.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сравним два рассмотренных способа создания функций.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Declaration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Expression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создают полноценные функции, которые можно вызывать одинаковым образом.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между ними существует важное различие.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Оно связано с моментом, когда функция становится доступной программе.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левой части слайда показан пример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Declaration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вызов функции расположен выше её объявления.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Несмотря на это, программа работает корректно.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 мы уже говорили ранее, JavaScript заранее обрабатывает объявления функций ещё до последовательного выполнения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функция становится доступной во всей своей области видимости.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правой части слайда показано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Expression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функция создаётся как значение и сохраняется в переменной, объявленной через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 выполнения этой строки переменная ещё не инициализирована.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попытка вызвать функцию раньше приведёт к ошибке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ReferenceError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строки инициализации переменная начинает хранить ссылку на функцию, и её можно вызывать обычным способом.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оба варианта создают одинаковые по возможностям функции, однако отличаются временем, когда становятся доступными.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практике чаще всего используют следующее правило.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функция представляет собой основную логическую операцию программы и должна быть доступна во всей области видимости, удобно применять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Declaration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функция создаётся как обычное значение, передаётся другим функциям или используется локально, обычно выбирают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Expression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современных версиях JavaScript появился ещё один способ создания функций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стрелочные функции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или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Arrow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Их основная цель — сделать запись функции более компактной.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Рассмотрим, как постепенно сокращается запись.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используется обычное функциональное выражение.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списка параметров записывается стрелка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=&gt;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тело функции заключается в фигурные скобки, а результат возвращается оператором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тело функции состоит только из одного выражения, фигурные скобки можно убрать.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Вместе с ними исчезает и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потому что результат этого выражения возвращается автоматически.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Такую форму называют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неявным возвратом значения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sum = (a, b) =&gt; a + b;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эквивалентна более длинной записи с фигурными скобками и оператором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функция принимает только один параметр, круглые скобки вокруг него также можно не писать.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запись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square = value =&gt; value ** 2;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полностью корректна.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параметров нет совсем, круглые скобки обязательны.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now = () =&gt;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Date.now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стрелочные функции позволяют значительно сократить запись небольших функций.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следует помнить, что стрелочная функция — это не новый вид функции, а прежде всего более компактная форма записи функционального выражения.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использовании стрелочных функций существует одна распространённая ошибка, о которой необходимо помнить.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возникает тогда, когда функция должна вернуть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первый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стрелки записаны фигурные скобки.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первый взгляд может показаться, что функция возвращает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это не так.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данном случае JavaScript воспринимает фигурные скобки как начало блока кода.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внутри блока отсутствует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функция завершается без возвращаемого значения.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результатом её работы становится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втором примере объект заключён в круглые скобки.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makeUser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name =&gt; ({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name,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Круглые скобки сообщают интерпретатору, что фигурные скобки следует рассматривать не как блок кода, а как объектный литерал.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объект становится обычным выражением.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тело функции состоит только из одного выражения, оно автоматически возвращается.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вызов функции создаёт новый объект: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{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"Анна"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Эту особенность важно запомнить.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стрелочная функция должна вернуть объект без использования оператора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объект обязательно заключается в круглые скобки.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круглые скобки не использовать, JavaScript будет считать фигурные скобки обычным блоком кода.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Помимо сокращённого синтаксиса стрелочные функции имеют ещё одно важное отличие от обычных функций.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Оно связано с работой ключевого слова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обычной функции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определяется тем, каким способом была вызвана функция.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функция вызывается как метод объекта, то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ссылается именно на этот объект.</a:t>
            </a:r>
          </a:p>
          <a:p>
            <a:r>
              <a:rPr lang="ru-RU" sz="1800" dirty="0"/>
              <a:t>Когда вызывается </a:t>
            </a:r>
            <a:r>
              <a:rPr lang="ru-RU" sz="1800" dirty="0" err="1"/>
              <a:t>user.regular</a:t>
            </a:r>
            <a:r>
              <a:rPr lang="ru-RU" sz="1800" dirty="0"/>
              <a:t>(), внутри обычной функции:</a:t>
            </a:r>
          </a:p>
          <a:p>
            <a:pPr rtl="0"/>
            <a:r>
              <a:rPr lang="ru-RU" sz="1800" dirty="0" err="1"/>
              <a:t>this</a:t>
            </a:r>
            <a:r>
              <a:rPr lang="ru-RU" sz="1800" dirty="0"/>
              <a:t> === </a:t>
            </a:r>
            <a:r>
              <a:rPr lang="ru-RU" sz="1800" dirty="0" err="1"/>
              <a:t>user</a:t>
            </a:r>
            <a:endParaRPr lang="ru-RU" sz="1800" dirty="0"/>
          </a:p>
          <a:p>
            <a:r>
              <a:rPr lang="ru-RU" sz="1800" dirty="0"/>
              <a:t>поэтому:</a:t>
            </a:r>
          </a:p>
          <a:p>
            <a:pPr rtl="0"/>
            <a:r>
              <a:rPr lang="ru-RU" sz="1800" dirty="0"/>
              <a:t>this.name</a:t>
            </a:r>
          </a:p>
          <a:p>
            <a:r>
              <a:rPr lang="ru-RU" sz="1800" dirty="0"/>
              <a:t>это фактически:</a:t>
            </a:r>
          </a:p>
          <a:p>
            <a:pPr rtl="0"/>
            <a:r>
              <a:rPr lang="ru-RU" sz="1800" dirty="0"/>
              <a:t>user.name</a:t>
            </a:r>
          </a:p>
          <a:p>
            <a:r>
              <a:rPr lang="ru-RU" sz="1800" dirty="0"/>
              <a:t>и получаем "Ирина".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Стрелочная функция работает иначе.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не создаёт собственного значения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Вместо этого она использует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которое существовало во внешнем окружении в момент её создания.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вызов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user.arrow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приводит к тому, что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начинает ссылаться на объект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обращение к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this.name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находит свойство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 объекта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 в данном примере выводится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45021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принципиально нужна именно стрелочная функция, можно обращаться к объекту напрямую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dirty="0"/>
              <a:t>Но для </a:t>
            </a:r>
            <a:r>
              <a:rPr lang="ru-RU" sz="2800" b="1" dirty="0"/>
              <a:t>методов объекта, которым нужен </a:t>
            </a:r>
            <a:r>
              <a:rPr lang="ru-RU" sz="2800" b="1" dirty="0" err="1"/>
              <a:t>this</a:t>
            </a:r>
            <a:r>
              <a:rPr lang="ru-RU" sz="2800" dirty="0"/>
              <a:t>, правильнее использовать обычную функцию: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несмотря на одинаковый внешний вид вызова, обычная функция и стрелочная функция работают по-разному.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dirty="0"/>
              <a:t>Обычная функция имеет свой </a:t>
            </a:r>
            <a:r>
              <a:rPr lang="ru-RU" sz="2800" dirty="0" err="1"/>
              <a:t>this</a:t>
            </a:r>
            <a:r>
              <a:rPr lang="ru-RU" sz="2800" dirty="0"/>
              <a:t>, который зависит от способа её вызова. Стрелочная функция своего </a:t>
            </a:r>
            <a:r>
              <a:rPr lang="ru-RU" sz="2800" dirty="0" err="1"/>
              <a:t>this</a:t>
            </a:r>
            <a:r>
              <a:rPr lang="ru-RU" sz="2800" dirty="0"/>
              <a:t> не имеет — она берёт </a:t>
            </a:r>
            <a:r>
              <a:rPr lang="ru-RU" sz="2800" dirty="0" err="1"/>
              <a:t>this</a:t>
            </a:r>
            <a:r>
              <a:rPr lang="ru-RU" sz="2800" dirty="0"/>
              <a:t> из внешней области.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Одной из самых сильных особенностей JavaScript является то, что функции являются обычными значениями.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функцию можно сохранять в переменных, помещать в массивы и объекты, передавать в качестве аргументов другим функциям и возвращать как результат работы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примере создаётся 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который содержит две функции: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add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multiply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Каждое свойство объекта хранит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результат вычисления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ссылку на функцию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Далее создаётся переменная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которая содержит строку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multiply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выполняется обращение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находит в объекте свойство с указанным именем и возвращает функцию, которая хранится в этом свойстве.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Полученная ссылка сохраняется в переменной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проверить её тип при помощи оператора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typeof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будет получено значение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переменная содержит именно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Только после этого выполняется вызов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(4, 5)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 выбранная функция вычисляет произведение чисел.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Результатом становится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Важно понимать разницу между двумя выражениями.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Запись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лишь получает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Запись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operationName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](4, 5)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только получает функцию, но и сразу вызывает её.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подход позволяет выбирать необходимое действие во время выполнения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Вместо длинной последовательности операторов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или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можно хранить все возможные действия внутри объекта и выбирать нужную функцию по имени.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Подобная организация кода делает программу более гибкой, компактной и удобной для расширения.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необходимости достаточно добавить ещё одну функцию в объект, и программа сможет выполнять новое действие без изменения основной логики.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разработке программ ошибки в функциях встречаются достаточно часто.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большинство подобных ошибок можно быстро обнаружить, если последовательно ответить всего на четыре вопроса.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вопрос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передано?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Необходимо проверить, действительно ли передаётся сама функция, а не результат её выполнения.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Очень часто вместо ссылки на функцию по ошибке передают выражение с круглыми скобками, из-за чего функция выполняется раньше времени.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вопрос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какие аргументы переданы?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Следует убедиться, что количество аргументов соответствует ожидаемому, порядок аргументов не перепутан, а их значения имеют нужный смысл.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используются значения по умолчанию, необходимо проверить, действительно ли отсутствующий аргумент приводит к их применению.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Третий вопрос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доступно внутри функции?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Необходимо определить, где была объявлена функция и какие переменные находятся в её области видимости.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Иногда ошибка возникает из-за того, что функция не может найти нужную переменную или, наоборот, использует другое значение с таким же именем из внешней области видимости.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Четвёртый вопрос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возвращает функция?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Следует проверить, присутствует ли оператор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 всех возможных путях выполнения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хотя бы в одном варианте выполнения оператор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отсутствует, результатом работы функции станет значение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что часто становится причиной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труднообнаружимых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ошибок.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практике такой простой алгоритм позволяет значительно быстрее находить источник проблемы.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Последовательно анализируя саму функцию, переданные аргументы, область видимости и возвращаемый результат, можно локализовать большинство ошибок ещё до запуска программы или во время её трассировки.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calculateTotal</a:t>
            </a:r>
            <a:r>
              <a:rPr lang="en-US" dirty="0"/>
              <a:t> — </a:t>
            </a:r>
            <a:r>
              <a:rPr lang="ru-RU" dirty="0"/>
              <a:t>имя функции.</a:t>
            </a:r>
          </a:p>
          <a:p>
            <a:pPr rtl="0"/>
            <a:r>
              <a:rPr lang="ru-RU" dirty="0" err="1"/>
              <a:t>price</a:t>
            </a:r>
            <a:r>
              <a:rPr lang="ru-RU" dirty="0"/>
              <a:t>, </a:t>
            </a:r>
            <a:r>
              <a:rPr lang="ru-RU" dirty="0" err="1"/>
              <a:t>quantity</a:t>
            </a:r>
            <a:endParaRPr lang="ru-RU" dirty="0"/>
          </a:p>
          <a:p>
            <a:r>
              <a:rPr lang="ru-RU" dirty="0"/>
              <a:t>— параметры функции. При вызове:</a:t>
            </a:r>
          </a:p>
          <a:p>
            <a:pPr rtl="0"/>
            <a:r>
              <a:rPr lang="en-US" dirty="0" err="1"/>
              <a:t>calculateTotal</a:t>
            </a:r>
            <a:r>
              <a:rPr lang="en-US" dirty="0"/>
              <a:t>(1500, 2)</a:t>
            </a:r>
          </a:p>
          <a:p>
            <a:r>
              <a:rPr lang="ru-RU" dirty="0"/>
              <a:t>в </a:t>
            </a:r>
            <a:r>
              <a:rPr lang="en-US" dirty="0"/>
              <a:t>price </a:t>
            </a:r>
            <a:r>
              <a:rPr lang="ru-RU" dirty="0"/>
              <a:t>попадёт 1500, а в </a:t>
            </a:r>
            <a:r>
              <a:rPr lang="en-US" dirty="0"/>
              <a:t>quantity — 2.</a:t>
            </a:r>
          </a:p>
          <a:p>
            <a:r>
              <a:rPr lang="ru-RU" dirty="0"/>
              <a:t>Функция вычисляет:</a:t>
            </a:r>
          </a:p>
          <a:p>
            <a:pPr rtl="0"/>
            <a:r>
              <a:rPr lang="ru-RU" dirty="0"/>
              <a:t>1500 * 2</a:t>
            </a:r>
          </a:p>
          <a:p>
            <a:r>
              <a:rPr lang="ru-RU" dirty="0"/>
              <a:t>и с помощью </a:t>
            </a:r>
            <a:r>
              <a:rPr lang="ru-RU" dirty="0" err="1"/>
              <a:t>return</a:t>
            </a:r>
            <a:r>
              <a:rPr lang="ru-RU" dirty="0"/>
              <a:t> возвращает результат 3000.</a:t>
            </a:r>
          </a:p>
          <a:p>
            <a:r>
              <a:rPr lang="ru-RU" dirty="0"/>
              <a:t>В мобильном приложении такую функцию можно использовать при изменении количества товара в корзине.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06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функция отвечает только за одну задачу — </a:t>
            </a:r>
            <a:r>
              <a:rPr lang="ru-RU" b="1" dirty="0"/>
              <a:t>проверить введённые данные</a:t>
            </a:r>
            <a:r>
              <a:rPr lang="ru-RU" dirty="0"/>
              <a:t>.</a:t>
            </a:r>
          </a:p>
          <a:p>
            <a:r>
              <a:rPr lang="ru-RU" dirty="0"/>
              <a:t>В реальном мобильном приложении вместо фиксированных "</a:t>
            </a:r>
            <a:r>
              <a:rPr lang="ru-RU" dirty="0" err="1"/>
              <a:t>admin</a:t>
            </a:r>
            <a:r>
              <a:rPr lang="ru-RU" dirty="0"/>
              <a:t>" и "1234" обычно будет запрос к серверу или сервису авторизации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215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представим мобильное приложение доставки. Нужно определить стоимость доставки в зависимости от суммы заказа.</a:t>
            </a:r>
          </a:p>
          <a:p>
            <a:r>
              <a:rPr lang="ru-RU" dirty="0"/>
              <a:t>Здесь функция создаётся следующим образом:</a:t>
            </a:r>
          </a:p>
          <a:p>
            <a:pPr rtl="0"/>
            <a:r>
              <a:rPr lang="en-US" dirty="0"/>
              <a:t>function(</a:t>
            </a:r>
            <a:r>
              <a:rPr lang="en-US" dirty="0" err="1"/>
              <a:t>orderPrice</a:t>
            </a:r>
            <a:r>
              <a:rPr lang="en-US" dirty="0"/>
              <a:t>) { // ... }</a:t>
            </a:r>
          </a:p>
          <a:p>
            <a:r>
              <a:rPr lang="ru-RU" dirty="0"/>
              <a:t>и сохраняется в переменной:</a:t>
            </a:r>
          </a:p>
          <a:p>
            <a:pPr rtl="0"/>
            <a:r>
              <a:rPr lang="en-US" dirty="0"/>
              <a:t>const </a:t>
            </a:r>
            <a:r>
              <a:rPr lang="en-US" dirty="0" err="1"/>
              <a:t>calculateDelivery</a:t>
            </a:r>
            <a:endParaRPr lang="en-US" dirty="0"/>
          </a:p>
          <a:p>
            <a:r>
              <a:rPr lang="ru-RU" dirty="0"/>
              <a:t>Поэтому вызвать её можно через имя этой переменной:</a:t>
            </a:r>
          </a:p>
          <a:p>
            <a:pPr rtl="0"/>
            <a:r>
              <a:rPr lang="en-US" dirty="0" err="1"/>
              <a:t>calculateDelivery</a:t>
            </a:r>
            <a:r>
              <a:rPr lang="en-US" dirty="0"/>
              <a:t>(1500);</a:t>
            </a:r>
          </a:p>
          <a:p>
            <a:r>
              <a:rPr lang="ru-RU" dirty="0"/>
              <a:t>Получается:</a:t>
            </a:r>
          </a:p>
          <a:p>
            <a:pPr rtl="0"/>
            <a:r>
              <a:rPr lang="ru-RU" dirty="0"/>
              <a:t>Заказ: 1500 руб. Доставка: 300 руб.</a:t>
            </a:r>
          </a:p>
          <a:p>
            <a:r>
              <a:rPr lang="ru-RU" dirty="0"/>
              <a:t>А если вызвать:</a:t>
            </a:r>
          </a:p>
          <a:p>
            <a:pPr rtl="0"/>
            <a:r>
              <a:rPr lang="en-US" dirty="0" err="1"/>
              <a:t>calculateDelivery</a:t>
            </a:r>
            <a:r>
              <a:rPr lang="en-US" dirty="0"/>
              <a:t>(2500);</a:t>
            </a:r>
          </a:p>
          <a:p>
            <a:r>
              <a:rPr lang="ru-RU" dirty="0"/>
              <a:t>функция вернёт 0.</a:t>
            </a:r>
          </a:p>
          <a:p>
            <a:endParaRPr lang="ru-RU" dirty="0"/>
          </a:p>
          <a:p>
            <a:r>
              <a:rPr lang="ru-RU" dirty="0"/>
              <a:t>Чем отличается от обычной функции?</a:t>
            </a:r>
          </a:p>
          <a:p>
            <a:r>
              <a:rPr lang="ru-RU" dirty="0"/>
              <a:t>Обычная функция:</a:t>
            </a:r>
          </a:p>
          <a:p>
            <a:pPr rtl="0"/>
            <a:r>
              <a:rPr lang="en-US" dirty="0"/>
              <a:t>function </a:t>
            </a:r>
            <a:r>
              <a:rPr lang="en-US" dirty="0" err="1"/>
              <a:t>calculateDelivery</a:t>
            </a:r>
            <a:r>
              <a:rPr lang="en-US" dirty="0"/>
              <a:t>(</a:t>
            </a:r>
            <a:r>
              <a:rPr lang="en-US" dirty="0" err="1"/>
              <a:t>orderPrice</a:t>
            </a:r>
            <a:r>
              <a:rPr lang="en-US" dirty="0"/>
              <a:t>) { // </a:t>
            </a:r>
            <a:r>
              <a:rPr lang="ru-RU" dirty="0"/>
              <a:t>код }</a:t>
            </a:r>
          </a:p>
          <a:p>
            <a:r>
              <a:rPr lang="ru-RU" dirty="0"/>
              <a:t>Функция-выражение:</a:t>
            </a:r>
          </a:p>
          <a:p>
            <a:pPr rtl="0"/>
            <a:r>
              <a:rPr lang="en-US" dirty="0"/>
              <a:t>const </a:t>
            </a:r>
            <a:r>
              <a:rPr lang="en-US" dirty="0" err="1"/>
              <a:t>calculateDelivery</a:t>
            </a:r>
            <a:r>
              <a:rPr lang="en-US" dirty="0"/>
              <a:t> = function(</a:t>
            </a:r>
            <a:r>
              <a:rPr lang="en-US" dirty="0" err="1"/>
              <a:t>orderPrice</a:t>
            </a:r>
            <a:r>
              <a:rPr lang="en-US" dirty="0"/>
              <a:t>) { // </a:t>
            </a:r>
            <a:r>
              <a:rPr lang="ru-RU" dirty="0"/>
              <a:t>код };</a:t>
            </a:r>
          </a:p>
          <a:p>
            <a:r>
              <a:rPr lang="ru-RU" dirty="0"/>
              <a:t>Во втором случае </a:t>
            </a:r>
            <a:r>
              <a:rPr lang="ru-RU" b="1" dirty="0"/>
              <a:t>функция рассматривается как значение и записывается в переменную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25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мобильной разработке такой вариант вы будете встречать особенно часто.</a:t>
            </a:r>
          </a:p>
          <a:p>
            <a:r>
              <a:rPr lang="ru-RU" dirty="0"/>
              <a:t>Например, пользователь нажимает кнопку «Добавить в избранное»:</a:t>
            </a:r>
          </a:p>
          <a:p>
            <a:r>
              <a:rPr lang="ru-RU" dirty="0"/>
              <a:t>Здесь:</a:t>
            </a:r>
          </a:p>
          <a:p>
            <a:pPr rtl="0"/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addToFavorites</a:t>
            </a:r>
            <a:endParaRPr lang="ru-RU" dirty="0"/>
          </a:p>
          <a:p>
            <a:r>
              <a:rPr lang="ru-RU" dirty="0"/>
              <a:t>— переменная, в которой находится функция;</a:t>
            </a:r>
          </a:p>
          <a:p>
            <a:pPr rtl="0"/>
            <a:r>
              <a:rPr lang="ru-RU" dirty="0" err="1"/>
              <a:t>productName</a:t>
            </a:r>
            <a:endParaRPr lang="ru-RU" dirty="0"/>
          </a:p>
          <a:p>
            <a:r>
              <a:rPr lang="ru-RU" dirty="0"/>
              <a:t>— параметр;</a:t>
            </a:r>
          </a:p>
          <a:p>
            <a:pPr rtl="0"/>
            <a:r>
              <a:rPr lang="ru-RU" dirty="0"/>
              <a:t>=&gt;</a:t>
            </a:r>
          </a:p>
          <a:p>
            <a:r>
              <a:rPr lang="ru-RU" dirty="0"/>
              <a:t>— признак стрелочной функции.</a:t>
            </a:r>
          </a:p>
          <a:p>
            <a:r>
              <a:rPr lang="ru-RU" dirty="0"/>
              <a:t>По смыслу это очень похоже на функцию-выражение. Но запись короче.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113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Например, пользователь регистрируется в приложении. Нужно проверить длину пароля:</a:t>
            </a:r>
          </a:p>
          <a:p>
            <a:r>
              <a:rPr lang="ru-RU" dirty="0"/>
              <a:t>Какой вывод получим?</a:t>
            </a:r>
          </a:p>
          <a:p>
            <a:pPr rtl="0"/>
            <a:r>
              <a:rPr lang="ru-RU" dirty="0"/>
              <a:t>Пароль слишком короткий</a:t>
            </a:r>
          </a:p>
          <a:p>
            <a:r>
              <a:rPr lang="ru-RU" dirty="0"/>
              <a:t>А:</a:t>
            </a:r>
          </a:p>
          <a:p>
            <a:pPr rtl="0"/>
            <a:r>
              <a:rPr lang="ru-RU" dirty="0"/>
              <a:t>console.log(</a:t>
            </a:r>
            <a:r>
              <a:rPr lang="ru-RU" dirty="0" err="1"/>
              <a:t>checkPassword</a:t>
            </a:r>
            <a:r>
              <a:rPr lang="ru-RU" dirty="0"/>
              <a:t>("qwerty123"));</a:t>
            </a:r>
          </a:p>
          <a:p>
            <a:r>
              <a:rPr lang="ru-RU" dirty="0"/>
              <a:t>даст:</a:t>
            </a:r>
          </a:p>
          <a:p>
            <a:pPr rtl="0"/>
            <a:r>
              <a:rPr lang="ru-RU" dirty="0"/>
              <a:t>Пароль подходит</a:t>
            </a:r>
          </a:p>
          <a:p>
            <a:r>
              <a:rPr lang="ru-RU" dirty="0"/>
              <a:t>Такую проверку можно выполнять перед отправкой формы регистрации на сервер.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27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48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413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390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112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225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967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10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297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609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022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496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60692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526132" y="2156345"/>
            <a:ext cx="834240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Функции в JavaScript. Объявление и вызов функций. Параметры и возвращаемые значения. Область видимости. Функциональные выражения и стрелочные функции. Функции обратного вызова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Разработка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cs typeface="Arial"/>
              </a:rPr>
              <a:t>мобильных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 приложений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AA79525-DF2F-4B3C-A412-56994A4AD718}"/>
              </a:ext>
            </a:extLst>
          </p:cNvPr>
          <p:cNvSpPr>
            <a:spLocks noGrp="1"/>
          </p:cNvSpPr>
          <p:nvPr/>
        </p:nvSpPr>
        <p:spPr>
          <a:xfrm>
            <a:off x="1275121" y="344923"/>
            <a:ext cx="9756673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Функция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объект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который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можно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вызвать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DB9B96C-F45C-45F5-83C8-82BB370108F7}"/>
              </a:ext>
            </a:extLst>
          </p:cNvPr>
          <p:cNvSpPr>
            <a:spLocks noGrp="1"/>
          </p:cNvSpPr>
          <p:nvPr/>
        </p:nvSpPr>
        <p:spPr>
          <a:xfrm>
            <a:off x="359865" y="1382136"/>
            <a:ext cx="73342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 JavaScript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функция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объединяет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исполняемый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код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и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значение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доступное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время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выполнения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программы</a:t>
            </a:r>
            <a:r>
              <a:rPr sz="25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DCE128-4A49-4B1C-B35F-B96ED607177C}"/>
              </a:ext>
            </a:extLst>
          </p:cNvPr>
          <p:cNvSpPr>
            <a:spLocks noGrp="1"/>
          </p:cNvSpPr>
          <p:nvPr/>
        </p:nvSpPr>
        <p:spPr>
          <a:xfrm>
            <a:off x="8477250" y="1695450"/>
            <a:ext cx="2857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300" b="1" i="0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6300" b="1" i="0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fn</a:t>
            </a:r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400050" y="3848100"/>
            <a:ext cx="348615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BB1B67C-2D0E-4E68-9656-9753CBE0A9C8}"/>
              </a:ext>
            </a:extLst>
          </p:cNvPr>
          <p:cNvSpPr>
            <a:spLocks noGrp="1"/>
          </p:cNvSpPr>
          <p:nvPr/>
        </p:nvSpPr>
        <p:spPr>
          <a:xfrm>
            <a:off x="400050" y="4029075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Создать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23AA4F7-16D9-497F-A450-419C7A50AED6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34861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latin typeface="Arial"/>
                <a:ea typeface="Arial"/>
                <a:cs typeface="Arial"/>
              </a:rPr>
              <a:t>Объявить</a:t>
            </a:r>
            <a:r>
              <a:rPr sz="1600" b="0" i="0" dirty="0"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latin typeface="Arial"/>
                <a:ea typeface="Arial"/>
                <a:cs typeface="Arial"/>
              </a:rPr>
              <a:t>функцию</a:t>
            </a:r>
            <a:r>
              <a:rPr sz="1600" b="0" i="0" dirty="0"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latin typeface="Arial"/>
                <a:ea typeface="Arial"/>
                <a:cs typeface="Arial"/>
              </a:rPr>
              <a:t>или</a:t>
            </a:r>
            <a:r>
              <a:rPr sz="1600" b="0" i="0" dirty="0"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latin typeface="Arial"/>
                <a:ea typeface="Arial"/>
                <a:cs typeface="Arial"/>
              </a:rPr>
              <a:t>вычислить</a:t>
            </a:r>
            <a:r>
              <a:rPr sz="1600" b="0" i="0" dirty="0"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latin typeface="Arial"/>
                <a:ea typeface="Arial"/>
                <a:cs typeface="Arial"/>
              </a:rPr>
              <a:t>функциональное</a:t>
            </a:r>
            <a:r>
              <a:rPr sz="1600" b="0" i="0" dirty="0"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latin typeface="Arial"/>
                <a:ea typeface="Arial"/>
                <a:cs typeface="Arial"/>
              </a:rPr>
              <a:t>выражение</a:t>
            </a:r>
            <a:r>
              <a:rPr sz="1600" b="0" i="0" dirty="0"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4314825" y="3848100"/>
            <a:ext cx="34861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E25EB1-C8BF-4DD0-8C85-94BF32D8637B}"/>
              </a:ext>
            </a:extLst>
          </p:cNvPr>
          <p:cNvSpPr>
            <a:spLocks noGrp="1"/>
          </p:cNvSpPr>
          <p:nvPr/>
        </p:nvSpPr>
        <p:spPr>
          <a:xfrm>
            <a:off x="4314825" y="4029075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4DB595A-F77B-4FE3-A7FC-4FE95123695D}"/>
              </a:ext>
            </a:extLst>
          </p:cNvPr>
          <p:cNvSpPr>
            <a:spLocks noGrp="1"/>
          </p:cNvSpPr>
          <p:nvPr/>
        </p:nvSpPr>
        <p:spPr>
          <a:xfrm>
            <a:off x="4314825" y="4552950"/>
            <a:ext cx="34861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latin typeface="Arial"/>
                <a:ea typeface="Arial"/>
                <a:cs typeface="Arial"/>
              </a:rPr>
              <a:t>Сохранить в переменной, массиве, объекте или аргументе.</a:t>
            </a:r>
          </a:p>
        </p:txBody>
      </p:sp>
      <p:cxnSp>
        <p:nvCxnSpPr>
          <p:cNvPr id="28" name="Прямая со стрелкой 27"/>
          <p:cNvCxnSpPr/>
          <p:nvPr/>
        </p:nvCxnSpPr>
        <p:spPr>
          <a:xfrm>
            <a:off x="8229600" y="3848100"/>
            <a:ext cx="348615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93361F0-F5AA-4A29-90FA-43A38104A3D0}"/>
              </a:ext>
            </a:extLst>
          </p:cNvPr>
          <p:cNvSpPr>
            <a:spLocks noGrp="1"/>
          </p:cNvSpPr>
          <p:nvPr/>
        </p:nvSpPr>
        <p:spPr>
          <a:xfrm>
            <a:off x="8229600" y="4029075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Вызвать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BCE7078-390F-486A-97A0-0245DC52D296}"/>
              </a:ext>
            </a:extLst>
          </p:cNvPr>
          <p:cNvSpPr>
            <a:spLocks noGrp="1"/>
          </p:cNvSpPr>
          <p:nvPr/>
        </p:nvSpPr>
        <p:spPr>
          <a:xfrm>
            <a:off x="8229600" y="4552951"/>
            <a:ext cx="3486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latin typeface="Arial"/>
                <a:ea typeface="Arial"/>
                <a:cs typeface="Arial"/>
              </a:rPr>
              <a:t>Применить</a:t>
            </a:r>
            <a:r>
              <a:rPr sz="1600" b="0" i="0" dirty="0"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latin typeface="Arial"/>
                <a:ea typeface="Arial"/>
                <a:cs typeface="Arial"/>
              </a:rPr>
              <a:t>оператор</a:t>
            </a:r>
            <a:r>
              <a:rPr sz="1600" b="0" i="0" dirty="0">
                <a:latin typeface="Arial"/>
                <a:ea typeface="Arial"/>
                <a:cs typeface="Arial"/>
              </a:rPr>
              <a:t> () и </a:t>
            </a:r>
            <a:r>
              <a:rPr sz="1600" b="0" i="0" dirty="0" err="1">
                <a:latin typeface="Arial"/>
                <a:ea typeface="Arial"/>
                <a:cs typeface="Arial"/>
              </a:rPr>
              <a:t>получить</a:t>
            </a:r>
            <a:r>
              <a:rPr sz="1600" b="0" i="0" dirty="0"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latin typeface="Arial"/>
                <a:ea typeface="Arial"/>
                <a:cs typeface="Arial"/>
              </a:rPr>
              <a:t>результат</a:t>
            </a:r>
            <a:r>
              <a:rPr sz="1600" b="0" i="0" dirty="0"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latin typeface="Arial"/>
                <a:ea typeface="Arial"/>
                <a:cs typeface="Arial"/>
              </a:rPr>
              <a:t>выполнения</a:t>
            </a:r>
            <a:r>
              <a:rPr sz="1600" b="0" i="0" dirty="0"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D242B3-FBE3-7077-C1BA-8B5D64905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93AB9A2A-AAA6-65AA-A650-BC40AA80832E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FE14D412-05DC-A40D-5195-9D09536E06AD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1DBB59B1-3654-0676-E5F7-FD0CD6C3468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44FFC19F-0EBA-D410-4A63-6ADFBD7A85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753AE5D-6A90-08E4-6AD5-926963218E96}"/>
              </a:ext>
            </a:extLst>
          </p:cNvPr>
          <p:cNvSpPr txBox="1"/>
          <p:nvPr/>
        </p:nvSpPr>
        <p:spPr>
          <a:xfrm>
            <a:off x="263386" y="5266231"/>
            <a:ext cx="3486150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function greet() {</a:t>
            </a:r>
            <a:endParaRPr lang="ru-RU" sz="16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console.log("</a:t>
            </a:r>
            <a:r>
              <a:rPr lang="ru-RU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Привет</a:t>
            </a: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!");</a:t>
            </a:r>
            <a:endParaRPr lang="ru-RU" sz="16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8BD7A8-3090-A9C9-7B5A-0341A3399861}"/>
              </a:ext>
            </a:extLst>
          </p:cNvPr>
          <p:cNvSpPr txBox="1"/>
          <p:nvPr/>
        </p:nvSpPr>
        <p:spPr>
          <a:xfrm>
            <a:off x="7256208" y="5149245"/>
            <a:ext cx="50716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6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// </a:t>
            </a:r>
            <a:r>
              <a:rPr lang="ru-RU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если существует функция</a:t>
            </a:r>
          </a:p>
          <a:p>
            <a:pPr indent="450215" algn="just"/>
            <a:r>
              <a:rPr lang="ru-RU" sz="16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function</a:t>
            </a:r>
            <a:r>
              <a:rPr lang="ru-RU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ru-RU" sz="16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greet</a:t>
            </a:r>
            <a:r>
              <a:rPr lang="ru-RU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() {</a:t>
            </a:r>
          </a:p>
          <a:p>
            <a:pPr indent="450215" algn="just"/>
            <a:r>
              <a:rPr lang="ru-RU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console.log("Привет!");</a:t>
            </a:r>
          </a:p>
          <a:p>
            <a:pPr indent="450215" algn="just"/>
            <a:r>
              <a:rPr lang="ru-RU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}</a:t>
            </a:r>
          </a:p>
          <a:p>
            <a:pPr indent="450215" algn="just"/>
            <a:r>
              <a:rPr lang="ru-RU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//то её вызов выглядит следующим образом:</a:t>
            </a:r>
          </a:p>
          <a:p>
            <a:pPr indent="450215" algn="just"/>
            <a:r>
              <a:rPr lang="ru-RU" sz="16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greet</a:t>
            </a:r>
            <a:r>
              <a:rPr lang="ru-RU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72458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A6EE41-5E4C-4D95-9817-8A23A39E5A0B}"/>
              </a:ext>
            </a:extLst>
          </p:cNvPr>
          <p:cNvSpPr>
            <a:spLocks noGrp="1"/>
          </p:cNvSpPr>
          <p:nvPr/>
        </p:nvSpPr>
        <p:spPr>
          <a:xfrm>
            <a:off x="1345790" y="209550"/>
            <a:ext cx="1018898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Вызов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функции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создаёт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отдельный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контекст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выполнения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99EFB70-5C9A-452D-91F2-66FE8037D37F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Объявление</a:t>
            </a:r>
            <a:r>
              <a:rPr dirty="0"/>
              <a:t>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тело</a:t>
            </a:r>
            <a:r>
              <a:rPr dirty="0"/>
              <a:t>: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</a:t>
            </a:r>
            <a:r>
              <a:rPr dirty="0" err="1"/>
              <a:t>вызова</a:t>
            </a:r>
            <a:r>
              <a:rPr dirty="0"/>
              <a:t>.</a:t>
            </a:r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2724150" y="3800475"/>
            <a:ext cx="666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30" name="Прямая со стрелкой 29"/>
          <p:cNvCxnSpPr/>
          <p:nvPr/>
        </p:nvCxnSpPr>
        <p:spPr>
          <a:xfrm>
            <a:off x="5486400" y="3800475"/>
            <a:ext cx="666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31" name="Прямая со стрелкой 30"/>
          <p:cNvCxnSpPr/>
          <p:nvPr/>
        </p:nvCxnSpPr>
        <p:spPr>
          <a:xfrm>
            <a:off x="8248650" y="3800475"/>
            <a:ext cx="666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9F04A1-22A5-4AA1-8665-71CD64B6F362}"/>
              </a:ext>
            </a:extLst>
          </p:cNvPr>
          <p:cNvSpPr>
            <a:spLocks noGrp="1"/>
          </p:cNvSpPr>
          <p:nvPr/>
        </p:nvSpPr>
        <p:spPr>
          <a:xfrm>
            <a:off x="628650" y="3286125"/>
            <a:ext cx="2095500" cy="1028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8166473-A880-4DE3-941E-FC4D08F39E7A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D81B9D6-D0CB-4396-8407-CA0431E2CECC}"/>
              </a:ext>
            </a:extLst>
          </p:cNvPr>
          <p:cNvSpPr>
            <a:spLocks noGrp="1"/>
          </p:cNvSpPr>
          <p:nvPr/>
        </p:nvSpPr>
        <p:spPr>
          <a:xfrm>
            <a:off x="800100" y="37433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Создать</a:t>
            </a:r>
            <a:r>
              <a:rPr sz="16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функцию</a:t>
            </a:r>
            <a:endParaRPr sz="16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4B9EBE9-E88D-4794-BB05-41D6D5241B1F}"/>
              </a:ext>
            </a:extLst>
          </p:cNvPr>
          <p:cNvSpPr>
            <a:spLocks noGrp="1"/>
          </p:cNvSpPr>
          <p:nvPr/>
        </p:nvSpPr>
        <p:spPr>
          <a:xfrm>
            <a:off x="3390900" y="3286125"/>
            <a:ext cx="2095500" cy="1028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0832EC1-596B-455A-B42A-580C795BCEC6}"/>
              </a:ext>
            </a:extLst>
          </p:cNvPr>
          <p:cNvSpPr>
            <a:spLocks noGrp="1"/>
          </p:cNvSpPr>
          <p:nvPr/>
        </p:nvSpPr>
        <p:spPr>
          <a:xfrm>
            <a:off x="3562350" y="34194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D33ED88-BAE0-4D16-A4A7-AF81711E1DD4}"/>
              </a:ext>
            </a:extLst>
          </p:cNvPr>
          <p:cNvSpPr>
            <a:spLocks noGrp="1"/>
          </p:cNvSpPr>
          <p:nvPr/>
        </p:nvSpPr>
        <p:spPr>
          <a:xfrm>
            <a:off x="3562350" y="37433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Вычислить аргументы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C37580A-6E0B-4B38-A278-13B89CB01DBF}"/>
              </a:ext>
            </a:extLst>
          </p:cNvPr>
          <p:cNvSpPr>
            <a:spLocks noGrp="1"/>
          </p:cNvSpPr>
          <p:nvPr/>
        </p:nvSpPr>
        <p:spPr>
          <a:xfrm>
            <a:off x="6153150" y="3286125"/>
            <a:ext cx="2095500" cy="10287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91CE28F-C793-4F3F-BB5E-6FC0ED212A9B}"/>
              </a:ext>
            </a:extLst>
          </p:cNvPr>
          <p:cNvSpPr>
            <a:spLocks noGrp="1"/>
          </p:cNvSpPr>
          <p:nvPr/>
        </p:nvSpPr>
        <p:spPr>
          <a:xfrm>
            <a:off x="6324600" y="34194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20C100F-C8DC-4EEA-9DF9-4693DD3F6510}"/>
              </a:ext>
            </a:extLst>
          </p:cNvPr>
          <p:cNvSpPr>
            <a:spLocks noGrp="1"/>
          </p:cNvSpPr>
          <p:nvPr/>
        </p:nvSpPr>
        <p:spPr>
          <a:xfrm>
            <a:off x="6324600" y="37433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Выполнить тело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DE2D5D5-0F0A-4C03-84AF-E008E38A6ECB}"/>
              </a:ext>
            </a:extLst>
          </p:cNvPr>
          <p:cNvSpPr>
            <a:spLocks noGrp="1"/>
          </p:cNvSpPr>
          <p:nvPr/>
        </p:nvSpPr>
        <p:spPr>
          <a:xfrm>
            <a:off x="8915400" y="3286125"/>
            <a:ext cx="2095500" cy="1028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2D4BFD3-08FB-48C2-8F7B-B824CAB2A0EF}"/>
              </a:ext>
            </a:extLst>
          </p:cNvPr>
          <p:cNvSpPr>
            <a:spLocks noGrp="1"/>
          </p:cNvSpPr>
          <p:nvPr/>
        </p:nvSpPr>
        <p:spPr>
          <a:xfrm>
            <a:off x="9086850" y="34194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0580531-C221-4B72-8AEA-25DE3EC50F76}"/>
              </a:ext>
            </a:extLst>
          </p:cNvPr>
          <p:cNvSpPr>
            <a:spLocks noGrp="1"/>
          </p:cNvSpPr>
          <p:nvPr/>
        </p:nvSpPr>
        <p:spPr>
          <a:xfrm>
            <a:off x="9086850" y="37433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Вернуть результат</a:t>
            </a:r>
          </a:p>
        </p:txBody>
      </p:sp>
      <p:cxnSp>
        <p:nvCxnSpPr>
          <p:cNvPr id="44" name="Прямая со стрелкой 43"/>
          <p:cNvCxnSpPr/>
          <p:nvPr/>
        </p:nvCxnSpPr>
        <p:spPr>
          <a:xfrm>
            <a:off x="400050" y="5095875"/>
            <a:ext cx="113919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4684F6A-507F-4016-B49A-DCE0148F3ED2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11391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ТРАССИРОВКА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FACE419-9CD4-4241-BA9E-1B2D91A21496}"/>
              </a:ext>
            </a:extLst>
          </p:cNvPr>
          <p:cNvSpPr>
            <a:spLocks noGrp="1"/>
          </p:cNvSpPr>
          <p:nvPr/>
        </p:nvSpPr>
        <p:spPr>
          <a:xfrm>
            <a:off x="405273" y="5595193"/>
            <a:ext cx="11391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Фиксируйте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момент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создания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отдельно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момента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её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вызова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47469D-1720-E193-E7F0-464ED9686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D1893D3-609C-CDD4-B290-7A8366557529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047B06EB-591A-34A0-5038-276C679048F3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7743811D-F991-2661-8468-1C6BBAD41B4F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E85238FC-8FE0-317D-CF62-2E9DEFDE5A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9809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79E1F4-8C12-459B-AC55-9B2BB4CC711D}"/>
              </a:ext>
            </a:extLst>
          </p:cNvPr>
          <p:cNvSpPr>
            <a:spLocks noGrp="1"/>
          </p:cNvSpPr>
          <p:nvPr/>
        </p:nvSpPr>
        <p:spPr>
          <a:xfrm>
            <a:off x="1198306" y="318037"/>
            <a:ext cx="10336469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Function declaration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связывает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имя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с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функцией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203A63-2892-4D7F-9EEB-E891A5D5875D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ИМЕНОВАННОЕ ОБЪЯВЛЕНИЕ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B859999-6F8D-42E6-A65F-48F3C78E1CC1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Объявление функции удобно для основных операций модуля.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3FEE80-285E-404C-8D84-EFB2BFEE27A7}"/>
              </a:ext>
            </a:extLst>
          </p:cNvPr>
          <p:cNvSpPr>
            <a:spLocks noGrp="1"/>
          </p:cNvSpPr>
          <p:nvPr/>
        </p:nvSpPr>
        <p:spPr>
          <a:xfrm>
            <a:off x="400050" y="3152775"/>
            <a:ext cx="51435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Имя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доступно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в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своей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области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видимости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Тело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выполняется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объявлении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Объявление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обрабатывается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пошагового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выполнения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кода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3FEB56-FB3F-44DD-A914-A4C44AA5FEDF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5829300" cy="3638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CD59C93-FACD-4144-81DA-9DE9984C6157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66675" cy="36385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5BBABE-E46D-4EA6-A044-364134853FCC}"/>
              </a:ext>
            </a:extLst>
          </p:cNvPr>
          <p:cNvSpPr>
            <a:spLocks noGrp="1"/>
          </p:cNvSpPr>
          <p:nvPr/>
        </p:nvSpPr>
        <p:spPr>
          <a:xfrm>
            <a:off x="6191250" y="1914525"/>
            <a:ext cx="5429250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1250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formatPrice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toLocaleString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ru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-RU"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2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962650" y="5572125"/>
            <a:ext cx="58293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2F2F3B5-3EBC-4477-A50C-CD8B85187C6A}"/>
              </a:ext>
            </a:extLst>
          </p:cNvPr>
          <p:cNvSpPr>
            <a:spLocks noGrp="1"/>
          </p:cNvSpPr>
          <p:nvPr/>
        </p:nvSpPr>
        <p:spPr>
          <a:xfrm>
            <a:off x="5962650" y="5695950"/>
            <a:ext cx="582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СМЫСЛ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77BF8E2-6E25-4E83-A492-07894E040268}"/>
              </a:ext>
            </a:extLst>
          </p:cNvPr>
          <p:cNvSpPr>
            <a:spLocks noGrp="1"/>
          </p:cNvSpPr>
          <p:nvPr/>
        </p:nvSpPr>
        <p:spPr>
          <a:xfrm>
            <a:off x="5962650" y="5964751"/>
            <a:ext cx="582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Вызов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расположен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выше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текста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объявления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работает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благодаря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обработке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declaration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создании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области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видимости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442211C-B5E2-0984-C33C-392B455DB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B30E0D5-ACFA-1F1F-2473-BFA82A95FABC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71EBE051-04BB-D98E-77B2-47D5881CE62F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F7533F8A-C0B6-BDB6-EBB4-99AED97A08AA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CF7D2E8C-B469-8B99-7C39-AD6424E9E2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451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245FF6D-9391-4F93-897E-BA07A3F10DF4}"/>
              </a:ext>
            </a:extLst>
          </p:cNvPr>
          <p:cNvSpPr>
            <a:spLocks noGrp="1"/>
          </p:cNvSpPr>
          <p:nvPr/>
        </p:nvSpPr>
        <p:spPr>
          <a:xfrm>
            <a:off x="1238865" y="247651"/>
            <a:ext cx="10218481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Параметры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локальные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имена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для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аргументов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0F507D9-6777-4A08-92B1-EE0B0306C23D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50"/>
          </a:bodyPr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принадлежит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определению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функции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аргумент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конкретному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вызову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6EBCE38-557B-4C9F-B939-DD818C8F494B}"/>
              </a:ext>
            </a:extLst>
          </p:cNvPr>
          <p:cNvSpPr>
            <a:spLocks noGrp="1"/>
          </p:cNvSpPr>
          <p:nvPr/>
        </p:nvSpPr>
        <p:spPr>
          <a:xfrm>
            <a:off x="400050" y="2832101"/>
            <a:ext cx="5143500" cy="29495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Порядок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аргументов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определяет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сопоставление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Параметры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доступны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только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внутри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Один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код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обрабатывает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разные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входные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значения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3E542BD-0C84-427A-992B-3C1AFFF21343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5829300" cy="3638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BCC9F2-B391-424A-A80F-7173E710B40F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66675" cy="36385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16561E7-F205-4C23-B0FF-528BC8E2FC81}"/>
              </a:ext>
            </a:extLst>
          </p:cNvPr>
          <p:cNvSpPr>
            <a:spLocks noGrp="1"/>
          </p:cNvSpPr>
          <p:nvPr/>
        </p:nvSpPr>
        <p:spPr>
          <a:xfrm>
            <a:off x="6191250" y="1914525"/>
            <a:ext cx="5429250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calculateTotal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calculateTotal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750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2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962650" y="5572125"/>
            <a:ext cx="58293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66727A7-6CFF-48F0-A674-2182B2FDD01D}"/>
              </a:ext>
            </a:extLst>
          </p:cNvPr>
          <p:cNvSpPr>
            <a:spLocks noGrp="1"/>
          </p:cNvSpPr>
          <p:nvPr/>
        </p:nvSpPr>
        <p:spPr>
          <a:xfrm>
            <a:off x="5962650" y="5695950"/>
            <a:ext cx="582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СМЫСЛ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6E0CC1-777F-497D-BC28-623681F8DDB8}"/>
              </a:ext>
            </a:extLst>
          </p:cNvPr>
          <p:cNvSpPr>
            <a:spLocks noGrp="1"/>
          </p:cNvSpPr>
          <p:nvPr/>
        </p:nvSpPr>
        <p:spPr>
          <a:xfrm>
            <a:off x="5962650" y="5991225"/>
            <a:ext cx="582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`price` и `quantity` </a:t>
            </a:r>
            <a:r>
              <a:rPr lang="ru-RU"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параметры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; 250 и 3 </a:t>
            </a:r>
            <a:r>
              <a:rPr lang="ru-RU"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аргументы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конкретного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вызова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9D903FC-8CAC-F4A4-5780-2F5692C2F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D6E43AB-2E69-B09C-594A-79196062F484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5C2D0B11-F836-6F1C-529F-E0DF7221CA5F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C93A3341-CFF9-79E2-8DD0-22D768F7343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8EE2F274-5D2C-5929-2049-2B952F00BB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712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05A863B-F8F4-446E-832B-E786C5A3DA1B}"/>
              </a:ext>
            </a:extLst>
          </p:cNvPr>
          <p:cNvSpPr>
            <a:spLocks noGrp="1"/>
          </p:cNvSpPr>
          <p:nvPr/>
        </p:nvSpPr>
        <p:spPr>
          <a:xfrm>
            <a:off x="1090069" y="318629"/>
            <a:ext cx="10469062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Число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аргументов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обязано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совпадать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с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параметрами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BCCF50-9D71-4752-B439-38CF042D6AC8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11391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JavaScript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допускает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отсутствующие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и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лишние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аргументы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поэтому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функцию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нужно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проектировать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с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явным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контрактом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8BBBD3F-8B3B-4562-B2C0-B977A618990B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Аргумента не хватает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102744B-2855-42D2-B040-9CC4A9B1F082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5143500" cy="20002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435BD55-2106-443D-8C05-F79AD27E7FB7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66675" cy="20002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3DE72E-9C8B-456C-A122-F40A0085A04A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4743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Привет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Привет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undefined"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79C44B4-A59D-4875-B80B-5EBFC462C71F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Параметр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получает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`undefined`;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ошибка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не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возникает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автоматически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BB90FC8-9F84-4208-B268-A4866BD0AC55}"/>
              </a:ext>
            </a:extLst>
          </p:cNvPr>
          <p:cNvSpPr>
            <a:spLocks noGrp="1"/>
          </p:cNvSpPr>
          <p:nvPr/>
        </p:nvSpPr>
        <p:spPr>
          <a:xfrm>
            <a:off x="6257925" y="26670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Аргументов больше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A6ED300-EF2A-41DE-B013-0346399C9D7F}"/>
              </a:ext>
            </a:extLst>
          </p:cNvPr>
          <p:cNvSpPr>
            <a:spLocks noGrp="1"/>
          </p:cNvSpPr>
          <p:nvPr/>
        </p:nvSpPr>
        <p:spPr>
          <a:xfrm>
            <a:off x="6257925" y="3238500"/>
            <a:ext cx="5143500" cy="20002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CFF7EF8-9D54-4CB3-B846-C66331DB54AF}"/>
              </a:ext>
            </a:extLst>
          </p:cNvPr>
          <p:cNvSpPr>
            <a:spLocks noGrp="1"/>
          </p:cNvSpPr>
          <p:nvPr/>
        </p:nvSpPr>
        <p:spPr>
          <a:xfrm>
            <a:off x="6257925" y="3238500"/>
            <a:ext cx="66675" cy="2000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99074D3-3DE3-4051-8D11-54A9C10427CA}"/>
              </a:ext>
            </a:extLst>
          </p:cNvPr>
          <p:cNvSpPr>
            <a:spLocks noGrp="1"/>
          </p:cNvSpPr>
          <p:nvPr/>
        </p:nvSpPr>
        <p:spPr>
          <a:xfrm>
            <a:off x="6486525" y="3409950"/>
            <a:ext cx="4743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16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2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9E87399-27D3-449B-8BB9-9F246D1A3123}"/>
              </a:ext>
            </a:extLst>
          </p:cNvPr>
          <p:cNvSpPr>
            <a:spLocks noGrp="1"/>
          </p:cNvSpPr>
          <p:nvPr/>
        </p:nvSpPr>
        <p:spPr>
          <a:xfrm>
            <a:off x="6257925" y="5476875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Лишний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аргумент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передан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но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именованного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параметра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для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него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нет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F0041A8-8F3A-3E42-3A86-65D6290A4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4651A45E-3945-D9A1-33F6-9AEC555B0C78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03B5A42C-B1AF-6FFC-81DA-5C429323564A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458E915B-9B00-379F-3C64-044FE0B9A132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63F39F96-FEE8-87EE-5CA1-A24B1F9F58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1598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65BAAAB-F01C-47E8-93FF-59A07FD0A84D}"/>
              </a:ext>
            </a:extLst>
          </p:cNvPr>
          <p:cNvSpPr>
            <a:spLocks noGrp="1"/>
          </p:cNvSpPr>
          <p:nvPr/>
        </p:nvSpPr>
        <p:spPr>
          <a:xfrm>
            <a:off x="1322830" y="305464"/>
            <a:ext cx="1045959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Значение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умолчанию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применяется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только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к undefined</a:t>
            </a: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0D2C94-DF21-4082-B4F2-1A838D253E3A}"/>
              </a:ext>
            </a:extLst>
          </p:cNvPr>
          <p:cNvSpPr>
            <a:spLocks noGrp="1"/>
          </p:cNvSpPr>
          <p:nvPr/>
        </p:nvSpPr>
        <p:spPr>
          <a:xfrm>
            <a:off x="400050" y="1931340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68" lnSpcReduction="10000"/>
          </a:bodyPr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Default parameter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описывает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допустимое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отсутствие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аргумента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прямо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в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сигнатуре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8FBC760-97C0-4AEF-BAE1-E05B26A5AD43}"/>
              </a:ext>
            </a:extLst>
          </p:cNvPr>
          <p:cNvSpPr>
            <a:spLocks noGrp="1"/>
          </p:cNvSpPr>
          <p:nvPr/>
        </p:nvSpPr>
        <p:spPr>
          <a:xfrm>
            <a:off x="400050" y="3152775"/>
            <a:ext cx="51435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Работает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пропуске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аргумента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Работает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явном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`undefined`.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`null`, 0 и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пустая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строка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сохраняются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489982F-C85D-48AF-8D5F-016B324D5DE6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5829300" cy="3638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A6179AA-6821-41D7-B301-8A3508D1FDBA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66675" cy="36385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8CB40AB-5EED-417E-823D-DC1CFF395087}"/>
              </a:ext>
            </a:extLst>
          </p:cNvPr>
          <p:cNvSpPr>
            <a:spLocks noGrp="1"/>
          </p:cNvSpPr>
          <p:nvPr/>
        </p:nvSpPr>
        <p:spPr>
          <a:xfrm>
            <a:off x="6191250" y="1914525"/>
            <a:ext cx="5429250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createLabel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Без названия"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"["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createLabel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 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"[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названия]"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createLabel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"[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названия]"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createLabel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"[]"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createLabel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"[null]"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2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962650" y="5572125"/>
            <a:ext cx="58293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7323C8-A13D-45B7-A6CE-AEC7564BC8BE}"/>
              </a:ext>
            </a:extLst>
          </p:cNvPr>
          <p:cNvSpPr>
            <a:spLocks noGrp="1"/>
          </p:cNvSpPr>
          <p:nvPr/>
        </p:nvSpPr>
        <p:spPr>
          <a:xfrm>
            <a:off x="5962650" y="5695950"/>
            <a:ext cx="582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СМЫСЛ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A728C22-1434-47B4-98E9-1E95F6AB7C8F}"/>
              </a:ext>
            </a:extLst>
          </p:cNvPr>
          <p:cNvSpPr>
            <a:spLocks noGrp="1"/>
          </p:cNvSpPr>
          <p:nvPr/>
        </p:nvSpPr>
        <p:spPr>
          <a:xfrm>
            <a:off x="5962650" y="5991225"/>
            <a:ext cx="582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Значение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умолчанию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является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общей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проверкой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falsy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: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оно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реагирует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только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`undefined`.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BEB87A-3E60-404C-48C8-3193B41DE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E6D5618-1F80-7DC5-D26F-345F9E3EFCB3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017647D-30BA-3566-A077-6C51282ED121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994DDF02-BD96-E44C-7185-4B31DCB7EB3B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D67A4C3F-732F-32D5-49C7-93292E35C0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97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2C52F2F-CD0F-446A-9A52-9E7FDED94A28}"/>
              </a:ext>
            </a:extLst>
          </p:cNvPr>
          <p:cNvSpPr>
            <a:spLocks noGrp="1"/>
          </p:cNvSpPr>
          <p:nvPr/>
        </p:nvSpPr>
        <p:spPr>
          <a:xfrm>
            <a:off x="1424448" y="276226"/>
            <a:ext cx="10110327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return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завершает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функцию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и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задаёт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вызова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D6FE67A-97EB-4072-A225-101A85B6A57A}"/>
              </a:ext>
            </a:extLst>
          </p:cNvPr>
          <p:cNvSpPr>
            <a:spLocks noGrp="1"/>
          </p:cNvSpPr>
          <p:nvPr/>
        </p:nvSpPr>
        <p:spPr>
          <a:xfrm>
            <a:off x="400050" y="2026590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28"/>
          </a:bodyPr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Возвращаемое значение заменяет выражение вызова в окружающем коде.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862CC4E-D8DF-4BC9-B69F-5AC7131A9F37}"/>
              </a:ext>
            </a:extLst>
          </p:cNvPr>
          <p:cNvSpPr>
            <a:spLocks noGrp="1"/>
          </p:cNvSpPr>
          <p:nvPr/>
        </p:nvSpPr>
        <p:spPr>
          <a:xfrm>
            <a:off x="400050" y="3152775"/>
            <a:ext cx="51435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Выполнение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прекращается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немедленно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Код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после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выполненного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`return`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недостижим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Без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значения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возвращается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`undefined`.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1856781-9E69-4CCE-84F5-756F508EEEA5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5829300" cy="3638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91B605-B2FB-4100-8169-B4B349F46B3D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66675" cy="36385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987AE9-7347-417D-B1BD-24587CAC4810}"/>
              </a:ext>
            </a:extLst>
          </p:cNvPr>
          <p:cNvSpPr>
            <a:spLocks noGrp="1"/>
          </p:cNvSpPr>
          <p:nvPr/>
        </p:nvSpPr>
        <p:spPr>
          <a:xfrm>
            <a:off x="6191250" y="1914525"/>
            <a:ext cx="5429250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"19.8"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19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2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962650" y="5572125"/>
            <a:ext cx="58293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08C735A-9740-4830-A8BE-829ABD20A152}"/>
              </a:ext>
            </a:extLst>
          </p:cNvPr>
          <p:cNvSpPr>
            <a:spLocks noGrp="1"/>
          </p:cNvSpPr>
          <p:nvPr/>
        </p:nvSpPr>
        <p:spPr>
          <a:xfrm>
            <a:off x="5962650" y="5695950"/>
            <a:ext cx="582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СМЫСЛ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182F6AD-84A1-47BB-B3F4-E8125BD61340}"/>
              </a:ext>
            </a:extLst>
          </p:cNvPr>
          <p:cNvSpPr>
            <a:spLocks noGrp="1"/>
          </p:cNvSpPr>
          <p:nvPr/>
        </p:nvSpPr>
        <p:spPr>
          <a:xfrm>
            <a:off x="5962650" y="6035115"/>
            <a:ext cx="582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Ранний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`return`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отделяет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ошибочный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путь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и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уменьшает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вложенность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основной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логики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BC8E565-CC2C-6241-058F-1628BE92B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594A044B-7C88-1AE1-7AD9-18D78BDF397C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C6CD0D0C-20C4-9D78-64D6-249D49D8E340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7F8D151F-E63D-C8DC-9742-D250EF1D8B51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3F0CDBF9-9DC0-9135-A50E-66DA0B85A2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9795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08F3BC6-22C5-4796-9494-A3D3500AC426}"/>
              </a:ext>
            </a:extLst>
          </p:cNvPr>
          <p:cNvSpPr>
            <a:spLocks noGrp="1"/>
          </p:cNvSpPr>
          <p:nvPr/>
        </p:nvSpPr>
        <p:spPr>
          <a:xfrm>
            <a:off x="1206295" y="276226"/>
            <a:ext cx="11096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Локальная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область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скрывает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детали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реализации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37968CE-81F7-4DDC-BAB5-B2C942AEED1A}"/>
              </a:ext>
            </a:extLst>
          </p:cNvPr>
          <p:cNvSpPr>
            <a:spLocks noGrp="1"/>
          </p:cNvSpPr>
          <p:nvPr/>
        </p:nvSpPr>
        <p:spPr>
          <a:xfrm>
            <a:off x="400050" y="1914525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50"/>
          </a:bodyPr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Параметры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и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локальные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переменные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принадлежат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конкретному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вызову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функции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BDDFB49-A6C3-4A11-B755-9CC83781F577}"/>
              </a:ext>
            </a:extLst>
          </p:cNvPr>
          <p:cNvSpPr>
            <a:spLocks noGrp="1"/>
          </p:cNvSpPr>
          <p:nvPr/>
        </p:nvSpPr>
        <p:spPr>
          <a:xfrm>
            <a:off x="400050" y="3152775"/>
            <a:ext cx="51435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Внешний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код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обращается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к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локальным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именам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Каждый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вызов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получает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собственные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значения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Меньше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общей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области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меньше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скрытых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зависимостей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908015-C41E-493C-9DA5-CFAB6DAF65CF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5829300" cy="3638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6273D7E-0A8E-44DB-97D6-7D1AC4ED1805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66675" cy="36385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D90630C-EF9B-43AB-86C5-48FE9492C71C}"/>
              </a:ext>
            </a:extLst>
          </p:cNvPr>
          <p:cNvSpPr>
            <a:spLocks noGrp="1"/>
          </p:cNvSpPr>
          <p:nvPr/>
        </p:nvSpPr>
        <p:spPr>
          <a:xfrm>
            <a:off x="6191250" y="1914525"/>
            <a:ext cx="5429250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taxRate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calculateTax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taxRate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calculateTax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200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console.log(tax);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ReferenceError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2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962650" y="5572125"/>
            <a:ext cx="58293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1A81024-F724-480B-BA24-E6D49C217C05}"/>
              </a:ext>
            </a:extLst>
          </p:cNvPr>
          <p:cNvSpPr>
            <a:spLocks noGrp="1"/>
          </p:cNvSpPr>
          <p:nvPr/>
        </p:nvSpPr>
        <p:spPr>
          <a:xfrm>
            <a:off x="5962650" y="5695950"/>
            <a:ext cx="582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СМЫСЛ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443FF5D-93C8-495D-A664-758C00C7421A}"/>
              </a:ext>
            </a:extLst>
          </p:cNvPr>
          <p:cNvSpPr>
            <a:spLocks noGrp="1"/>
          </p:cNvSpPr>
          <p:nvPr/>
        </p:nvSpPr>
        <p:spPr>
          <a:xfrm>
            <a:off x="5962650" y="5991225"/>
            <a:ext cx="582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`tax` локальна, а `taxRate` найдена во внешней лексической области.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C69EE7-EE8C-D31F-30C1-6BCB6A6CD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4B3C7FA-DE8F-741F-77A8-EDB306EBB76E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746B0A2E-B67F-2B37-8C22-46C183A6A45D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C2057D13-67AF-80F3-2F52-1DD8DDC7A94E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F4082A81-6F5A-CE17-C322-48974B400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6281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E74B6B-AF2E-4A0B-A45E-3E75C95BB718}"/>
              </a:ext>
            </a:extLst>
          </p:cNvPr>
          <p:cNvSpPr>
            <a:spLocks noGrp="1"/>
          </p:cNvSpPr>
          <p:nvPr/>
        </p:nvSpPr>
        <p:spPr>
          <a:xfrm>
            <a:off x="1284954" y="288090"/>
            <a:ext cx="11096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Имя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ищется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из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внутренней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области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наружу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DA580CD-209F-4C6E-8106-6CC880B406F0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Лексическая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область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определяется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местом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написания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функции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, а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не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местом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её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последующего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вызова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2724150" y="3800475"/>
            <a:ext cx="666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30" name="Прямая со стрелкой 29"/>
          <p:cNvCxnSpPr/>
          <p:nvPr/>
        </p:nvCxnSpPr>
        <p:spPr>
          <a:xfrm>
            <a:off x="5486400" y="3800475"/>
            <a:ext cx="666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31" name="Прямая со стрелкой 30"/>
          <p:cNvCxnSpPr/>
          <p:nvPr/>
        </p:nvCxnSpPr>
        <p:spPr>
          <a:xfrm>
            <a:off x="8248650" y="3800475"/>
            <a:ext cx="666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96D94CA-B9DB-4F67-96E6-F9345DE8D351}"/>
              </a:ext>
            </a:extLst>
          </p:cNvPr>
          <p:cNvSpPr>
            <a:spLocks noGrp="1"/>
          </p:cNvSpPr>
          <p:nvPr/>
        </p:nvSpPr>
        <p:spPr>
          <a:xfrm>
            <a:off x="628650" y="3286125"/>
            <a:ext cx="2095500" cy="1028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28366FD-7F84-46ED-9FDD-0364C5854E2D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DD9D67-AD87-49C4-B59E-6FB940314577}"/>
              </a:ext>
            </a:extLst>
          </p:cNvPr>
          <p:cNvSpPr>
            <a:spLocks noGrp="1"/>
          </p:cNvSpPr>
          <p:nvPr/>
        </p:nvSpPr>
        <p:spPr>
          <a:xfrm>
            <a:off x="800100" y="37433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Текущий</a:t>
            </a:r>
            <a:r>
              <a:rPr sz="16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блок</a:t>
            </a:r>
            <a:endParaRPr sz="16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204F6F-37EA-481D-AFE3-4390FE0042CB}"/>
              </a:ext>
            </a:extLst>
          </p:cNvPr>
          <p:cNvSpPr>
            <a:spLocks noGrp="1"/>
          </p:cNvSpPr>
          <p:nvPr/>
        </p:nvSpPr>
        <p:spPr>
          <a:xfrm>
            <a:off x="3390900" y="3286125"/>
            <a:ext cx="2095500" cy="10287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A729F8F-AAD5-41A4-901D-595C83B3B761}"/>
              </a:ext>
            </a:extLst>
          </p:cNvPr>
          <p:cNvSpPr>
            <a:spLocks noGrp="1"/>
          </p:cNvSpPr>
          <p:nvPr/>
        </p:nvSpPr>
        <p:spPr>
          <a:xfrm>
            <a:off x="3562350" y="34194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271C0E4-0FBA-4EE3-ABEC-43A3288E1E4A}"/>
              </a:ext>
            </a:extLst>
          </p:cNvPr>
          <p:cNvSpPr>
            <a:spLocks noGrp="1"/>
          </p:cNvSpPr>
          <p:nvPr/>
        </p:nvSpPr>
        <p:spPr>
          <a:xfrm>
            <a:off x="3562350" y="37433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Тело функции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09AF4CA-B473-446C-95B3-92104E36C85C}"/>
              </a:ext>
            </a:extLst>
          </p:cNvPr>
          <p:cNvSpPr>
            <a:spLocks noGrp="1"/>
          </p:cNvSpPr>
          <p:nvPr/>
        </p:nvSpPr>
        <p:spPr>
          <a:xfrm>
            <a:off x="6153150" y="3286125"/>
            <a:ext cx="2095500" cy="1028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43DA4AB-8074-422B-A2D2-E26FCB1B19B7}"/>
              </a:ext>
            </a:extLst>
          </p:cNvPr>
          <p:cNvSpPr>
            <a:spLocks noGrp="1"/>
          </p:cNvSpPr>
          <p:nvPr/>
        </p:nvSpPr>
        <p:spPr>
          <a:xfrm>
            <a:off x="6324600" y="34194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689D170-5260-4809-B100-D4F09CD8205E}"/>
              </a:ext>
            </a:extLst>
          </p:cNvPr>
          <p:cNvSpPr>
            <a:spLocks noGrp="1"/>
          </p:cNvSpPr>
          <p:nvPr/>
        </p:nvSpPr>
        <p:spPr>
          <a:xfrm>
            <a:off x="6324600" y="37433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Внешняя функция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1B214E0-8B43-4094-8596-689E8F8BB837}"/>
              </a:ext>
            </a:extLst>
          </p:cNvPr>
          <p:cNvSpPr>
            <a:spLocks noGrp="1"/>
          </p:cNvSpPr>
          <p:nvPr/>
        </p:nvSpPr>
        <p:spPr>
          <a:xfrm>
            <a:off x="8915400" y="3286125"/>
            <a:ext cx="2095500" cy="1028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181588-4123-4569-902D-667EE940B7FC}"/>
              </a:ext>
            </a:extLst>
          </p:cNvPr>
          <p:cNvSpPr>
            <a:spLocks noGrp="1"/>
          </p:cNvSpPr>
          <p:nvPr/>
        </p:nvSpPr>
        <p:spPr>
          <a:xfrm>
            <a:off x="9086850" y="34194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B29FF45-79A8-4C4C-B651-56F7A40C84C0}"/>
              </a:ext>
            </a:extLst>
          </p:cNvPr>
          <p:cNvSpPr>
            <a:spLocks noGrp="1"/>
          </p:cNvSpPr>
          <p:nvPr/>
        </p:nvSpPr>
        <p:spPr>
          <a:xfrm>
            <a:off x="9086850" y="37433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Глобальная область</a:t>
            </a:r>
          </a:p>
        </p:txBody>
      </p:sp>
      <p:cxnSp>
        <p:nvCxnSpPr>
          <p:cNvPr id="44" name="Прямая со стрелкой 43"/>
          <p:cNvCxnSpPr/>
          <p:nvPr/>
        </p:nvCxnSpPr>
        <p:spPr>
          <a:xfrm>
            <a:off x="400050" y="5095875"/>
            <a:ext cx="113919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3FD27B-46EF-421D-AC90-C66810F3E90D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11391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ПРАВИЛО ПОИСКА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838080A-BC18-4779-9616-895E78605015}"/>
              </a:ext>
            </a:extLst>
          </p:cNvPr>
          <p:cNvSpPr>
            <a:spLocks noGrp="1"/>
          </p:cNvSpPr>
          <p:nvPr/>
        </p:nvSpPr>
        <p:spPr>
          <a:xfrm>
            <a:off x="400050" y="5514975"/>
            <a:ext cx="11391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Поиск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останавливается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первой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найденной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привязке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;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внутренняя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переменная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может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скрыть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внешнюю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0A1605-B1AE-DCF6-44F5-FA9CA5282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B989AA8-3D72-8007-A2E9-8DB77F16230F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C5563D4D-D116-5D68-8A3D-EFDD58991694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F2644106-FDE0-082E-A169-B83A01EF732F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5682E7C0-F43B-1C2F-498A-0C43FD1966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5703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223CA22-0B34-49D8-AD47-8C7118538635}"/>
              </a:ext>
            </a:extLst>
          </p:cNvPr>
          <p:cNvSpPr>
            <a:spLocks noGrp="1"/>
          </p:cNvSpPr>
          <p:nvPr/>
        </p:nvSpPr>
        <p:spPr>
          <a:xfrm>
            <a:off x="1196462" y="338138"/>
            <a:ext cx="11096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Shadowing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создаёт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новое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локальное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имя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E71F68-5D1F-438F-A400-7F418EB5D00F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11391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Одинаковое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имя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во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внутренней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области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не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изменяет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внешнюю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переменную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-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оно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скрывает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её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595899B-4A86-4B7F-80DD-002576073460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Внешнее</a:t>
            </a:r>
            <a:r>
              <a:rPr sz="21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значение</a:t>
            </a:r>
            <a:endParaRPr sz="21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4997D03-6286-4267-82A0-964239594E3E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5143500" cy="20002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ABF6E9A-1F0C-40B6-9322-655E7D996114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66675" cy="20002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302A22-689C-4C25-9DEC-0AB4C3D3BE4D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4743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"offline"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1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E38978-16EF-409F-8D93-7F4DD149B32C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Внутри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нет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одноимённой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переменной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поэтому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находится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внешняя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99CD329-E884-49A9-AF1B-4C3BC0718518}"/>
              </a:ext>
            </a:extLst>
          </p:cNvPr>
          <p:cNvSpPr>
            <a:spLocks noGrp="1"/>
          </p:cNvSpPr>
          <p:nvPr/>
        </p:nvSpPr>
        <p:spPr>
          <a:xfrm>
            <a:off x="6257925" y="26670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 dirty="0" err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Локальное</a:t>
            </a:r>
            <a:r>
              <a:rPr sz="21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i="0" dirty="0" err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затенение</a:t>
            </a:r>
            <a:endParaRPr sz="2100" b="1" i="0" dirty="0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1CFE065-78D6-47A9-9F1D-CC1A9F8E4F9B}"/>
              </a:ext>
            </a:extLst>
          </p:cNvPr>
          <p:cNvSpPr>
            <a:spLocks noGrp="1"/>
          </p:cNvSpPr>
          <p:nvPr/>
        </p:nvSpPr>
        <p:spPr>
          <a:xfrm>
            <a:off x="6257925" y="3238500"/>
            <a:ext cx="5143500" cy="20002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5AFFD80-A4B7-48F0-AB0C-915E12E23DE0}"/>
              </a:ext>
            </a:extLst>
          </p:cNvPr>
          <p:cNvSpPr>
            <a:spLocks noGrp="1"/>
          </p:cNvSpPr>
          <p:nvPr/>
        </p:nvSpPr>
        <p:spPr>
          <a:xfrm>
            <a:off x="6257925" y="3238500"/>
            <a:ext cx="66675" cy="2000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1655BD3-40B0-4423-8748-94BBDD9BC553}"/>
              </a:ext>
            </a:extLst>
          </p:cNvPr>
          <p:cNvSpPr>
            <a:spLocks noGrp="1"/>
          </p:cNvSpPr>
          <p:nvPr/>
        </p:nvSpPr>
        <p:spPr>
          <a:xfrm>
            <a:off x="6486525" y="3409950"/>
            <a:ext cx="4743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"offline"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"online"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lang="en-US" sz="11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1235D0A-7B5D-4FBB-99FC-DDB96799BF66}"/>
              </a:ext>
            </a:extLst>
          </p:cNvPr>
          <p:cNvSpPr>
            <a:spLocks noGrp="1"/>
          </p:cNvSpPr>
          <p:nvPr/>
        </p:nvSpPr>
        <p:spPr>
          <a:xfrm>
            <a:off x="6257925" y="5476875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Локальная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`status`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найдена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первой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и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скрывает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внешнюю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9BD2E30-18A7-B9E3-661F-1C284331C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8097D77-A160-BFB2-7B97-D50E6353ABEF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214CB626-8355-2423-DF7A-3DB559BD9271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2A82BC38-7115-094E-9E4F-549F09E73C68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D84ABBC2-1A01-DC3B-ECB1-1CA98358E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653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2B8CBE-5552-469C-8F00-27B6BEE02FD4}"/>
              </a:ext>
            </a:extLst>
          </p:cNvPr>
          <p:cNvSpPr>
            <a:spLocks noGrp="1"/>
          </p:cNvSpPr>
          <p:nvPr/>
        </p:nvSpPr>
        <p:spPr>
          <a:xfrm>
            <a:off x="1276965" y="316358"/>
            <a:ext cx="1025781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Замыкание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сохраняет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доступ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к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внешнему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окружению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811CD1-9244-4C4A-BE59-772C7B062EA2}"/>
              </a:ext>
            </a:extLst>
          </p:cNvPr>
          <p:cNvSpPr>
            <a:spLocks noGrp="1"/>
          </p:cNvSpPr>
          <p:nvPr/>
        </p:nvSpPr>
        <p:spPr>
          <a:xfrm>
            <a:off x="400050" y="1781175"/>
            <a:ext cx="73342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Функция помнит лексические переменные, которые были доступны в месте её создания.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7261569-60F1-4913-A237-A3410EEDD64D}"/>
              </a:ext>
            </a:extLst>
          </p:cNvPr>
          <p:cNvSpPr>
            <a:spLocks noGrp="1"/>
          </p:cNvSpPr>
          <p:nvPr/>
        </p:nvSpPr>
        <p:spPr>
          <a:xfrm>
            <a:off x="8477250" y="1695450"/>
            <a:ext cx="2857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300" b="1" i="0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6300" b="1" i="0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400050" y="3848100"/>
            <a:ext cx="348615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3E0A027-34D8-44FB-9055-A5EBD76BA71C}"/>
              </a:ext>
            </a:extLst>
          </p:cNvPr>
          <p:cNvSpPr>
            <a:spLocks noGrp="1"/>
          </p:cNvSpPr>
          <p:nvPr/>
        </p:nvSpPr>
        <p:spPr>
          <a:xfrm>
            <a:off x="400050" y="4029075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32EF1D2-4A27-4783-A4A4-6EECBC3E78F7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34861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Внутренняя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функция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формируется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внутри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внешней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4314825" y="3848100"/>
            <a:ext cx="34861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B7C922-E62E-4703-A2F3-EFC17095EBA8}"/>
              </a:ext>
            </a:extLst>
          </p:cNvPr>
          <p:cNvSpPr>
            <a:spLocks noGrp="1"/>
          </p:cNvSpPr>
          <p:nvPr/>
        </p:nvSpPr>
        <p:spPr>
          <a:xfrm>
            <a:off x="4314825" y="4029075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Возврат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6A002DA-CB1E-4E7F-A08C-8E296EB38849}"/>
              </a:ext>
            </a:extLst>
          </p:cNvPr>
          <p:cNvSpPr>
            <a:spLocks noGrp="1"/>
          </p:cNvSpPr>
          <p:nvPr/>
        </p:nvSpPr>
        <p:spPr>
          <a:xfrm>
            <a:off x="4314825" y="4552950"/>
            <a:ext cx="34861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Ссылка на внутреннюю функцию покидает вызов.</a:t>
            </a:r>
          </a:p>
        </p:txBody>
      </p:sp>
      <p:cxnSp>
        <p:nvCxnSpPr>
          <p:cNvPr id="28" name="Прямая со стрелкой 27"/>
          <p:cNvCxnSpPr/>
          <p:nvPr/>
        </p:nvCxnSpPr>
        <p:spPr>
          <a:xfrm>
            <a:off x="8229600" y="3848100"/>
            <a:ext cx="348615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BFE412D-7538-4A4E-B21F-26E6F897938A}"/>
              </a:ext>
            </a:extLst>
          </p:cNvPr>
          <p:cNvSpPr>
            <a:spLocks noGrp="1"/>
          </p:cNvSpPr>
          <p:nvPr/>
        </p:nvSpPr>
        <p:spPr>
          <a:xfrm>
            <a:off x="8229600" y="4029075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Память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F9513C6-C841-46DF-9A47-9F225B08046E}"/>
              </a:ext>
            </a:extLst>
          </p:cNvPr>
          <p:cNvSpPr>
            <a:spLocks noGrp="1"/>
          </p:cNvSpPr>
          <p:nvPr/>
        </p:nvSpPr>
        <p:spPr>
          <a:xfrm>
            <a:off x="8229600" y="4552950"/>
            <a:ext cx="34861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Нужное внешнее состояние остаётся доступным.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85AF080-8629-DB55-D351-4335F692B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6AA235B-A170-A229-BB06-604A9927302C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3D72F5A7-ABC6-84EC-1E84-05495AF3CBDD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581B50D6-4AD7-BFAF-10D0-F0241DA37338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4124FC38-6010-2BD3-B96B-B8946FDD3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7041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EC465B7-EC2B-4F21-A904-CC016E60152D}"/>
              </a:ext>
            </a:extLst>
          </p:cNvPr>
          <p:cNvSpPr>
            <a:spLocks noGrp="1"/>
          </p:cNvSpPr>
          <p:nvPr/>
        </p:nvSpPr>
        <p:spPr>
          <a:xfrm>
            <a:off x="1184564" y="314326"/>
            <a:ext cx="1045959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Фабрика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функций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создаёт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независимое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состояние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06DDFB6-6029-4795-A14D-110692A4AFE5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7219950" cy="41910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C6184A1-DEEA-4076-95C9-33020D57C75E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66675" cy="4191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59BAFCF-E4D5-4BB0-A361-3E6B5A157CEA}"/>
              </a:ext>
            </a:extLst>
          </p:cNvPr>
          <p:cNvSpPr>
            <a:spLocks noGrp="1"/>
          </p:cNvSpPr>
          <p:nvPr/>
        </p:nvSpPr>
        <p:spPr>
          <a:xfrm>
            <a:off x="628650" y="1895475"/>
            <a:ext cx="681990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6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DA7E54-5AA9-4473-8B20-E6419A3B77F7}"/>
              </a:ext>
            </a:extLst>
          </p:cNvPr>
          <p:cNvSpPr>
            <a:spLocks noGrp="1"/>
          </p:cNvSpPr>
          <p:nvPr/>
        </p:nvSpPr>
        <p:spPr>
          <a:xfrm>
            <a:off x="8058150" y="1733550"/>
            <a:ext cx="3733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80" lnSpcReduction="10000"/>
          </a:bodyPr>
          <a:lstStyle/>
          <a:p>
            <a:pPr algn="l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Каждый вызов внешней функции создаёт новое окружение.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9B3606F-920C-4BF8-8286-E17D9DFADE88}"/>
              </a:ext>
            </a:extLst>
          </p:cNvPr>
          <p:cNvSpPr>
            <a:spLocks noGrp="1"/>
          </p:cNvSpPr>
          <p:nvPr/>
        </p:nvSpPr>
        <p:spPr>
          <a:xfrm>
            <a:off x="8058150" y="2781300"/>
            <a:ext cx="37338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`value`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недоступна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напрямую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снаружи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Возвращённая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изменяет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сохранённую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привязку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`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counterA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` и `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counterB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`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делят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состояние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8058150" y="5219700"/>
            <a:ext cx="37338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35234C7-52C2-4C1F-8EE9-7E49A54F35E9}"/>
              </a:ext>
            </a:extLst>
          </p:cNvPr>
          <p:cNvSpPr>
            <a:spLocks noGrp="1"/>
          </p:cNvSpPr>
          <p:nvPr/>
        </p:nvSpPr>
        <p:spPr>
          <a:xfrm>
            <a:off x="8058150" y="5343525"/>
            <a:ext cx="3733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ПРОВЕРЬТЕ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1CE4976-E898-456C-9D64-5C465207E538}"/>
              </a:ext>
            </a:extLst>
          </p:cNvPr>
          <p:cNvSpPr>
            <a:spLocks noGrp="1"/>
          </p:cNvSpPr>
          <p:nvPr/>
        </p:nvSpPr>
        <p:spPr>
          <a:xfrm>
            <a:off x="8058149" y="5638799"/>
            <a:ext cx="3900027" cy="6688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Замыкание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обеспечивает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инкапсуляцию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без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глобальной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переменной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2D6E28-02B2-119C-BDDB-BAA23CB61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E2539B4B-2D19-888C-69AA-4B1F87E41446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A95B14DF-FCF7-B4D3-E5E3-CEF2A825196A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8B5DB088-9712-B913-CD8D-A026F7B78221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C6AB2AED-1C48-030E-1D7C-D805C66DEE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969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D35CD6C-2F5A-400B-A4CA-DAF403E05C1B}"/>
              </a:ext>
            </a:extLst>
          </p:cNvPr>
          <p:cNvSpPr>
            <a:spLocks noGrp="1"/>
          </p:cNvSpPr>
          <p:nvPr/>
        </p:nvSpPr>
        <p:spPr>
          <a:xfrm>
            <a:off x="1216127" y="206384"/>
            <a:ext cx="11096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58" lnSpcReduction="10000"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Функциональное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выражение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создаёт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функцию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как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значение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ABD003F-9FA6-4119-BC07-BC0EFB726181}"/>
              </a:ext>
            </a:extLst>
          </p:cNvPr>
          <p:cNvSpPr>
            <a:spLocks noGrp="1"/>
          </p:cNvSpPr>
          <p:nvPr/>
        </p:nvSpPr>
        <p:spPr>
          <a:xfrm>
            <a:off x="400050" y="1922578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98"/>
          </a:bodyPr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Функция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вычисляется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в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составе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выражения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и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присваивается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переменной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6DB4324-B638-4D01-8A04-C6185B8896F8}"/>
              </a:ext>
            </a:extLst>
          </p:cNvPr>
          <p:cNvSpPr>
            <a:spLocks noGrp="1"/>
          </p:cNvSpPr>
          <p:nvPr/>
        </p:nvSpPr>
        <p:spPr>
          <a:xfrm>
            <a:off x="400050" y="2943225"/>
            <a:ext cx="5143500" cy="2628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Переменная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хранит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ссылку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функцию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инициализации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`const`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обратиться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к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ней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нельзя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Удобно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создавать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локальные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стратегии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и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обработчики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DF2489C-70D7-4168-A16F-D313E8123AD4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5829300" cy="36385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963FCF-0CBF-41BD-85BE-0C388FD81770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66675" cy="36385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1CAC5B2-87B7-4F9C-A438-9D70DDEF5041}"/>
              </a:ext>
            </a:extLst>
          </p:cNvPr>
          <p:cNvSpPr>
            <a:spLocks noGrp="1"/>
          </p:cNvSpPr>
          <p:nvPr/>
        </p:nvSpPr>
        <p:spPr>
          <a:xfrm>
            <a:off x="6191250" y="1914525"/>
            <a:ext cx="5429250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percent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percent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300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"function"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2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962650" y="5572125"/>
            <a:ext cx="58293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3F486C-0CFB-42D4-9341-06FB053C212A}"/>
              </a:ext>
            </a:extLst>
          </p:cNvPr>
          <p:cNvSpPr>
            <a:spLocks noGrp="1"/>
          </p:cNvSpPr>
          <p:nvPr/>
        </p:nvSpPr>
        <p:spPr>
          <a:xfrm>
            <a:off x="5962650" y="5695950"/>
            <a:ext cx="582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СМЫСЛ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F13EF85-E8A0-4EF2-88A4-124A37593E24}"/>
              </a:ext>
            </a:extLst>
          </p:cNvPr>
          <p:cNvSpPr>
            <a:spLocks noGrp="1"/>
          </p:cNvSpPr>
          <p:nvPr/>
        </p:nvSpPr>
        <p:spPr>
          <a:xfrm>
            <a:off x="5962650" y="6018735"/>
            <a:ext cx="582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Справа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вычисляется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объект-функция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слева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`const`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сохраняет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ссылку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него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6A0D3A-105A-9B43-CB1B-22C2CC684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E5297EAD-9623-FE7C-4DD7-BBB6D0B9E37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FBC56F89-989B-CF1A-DCB0-509AB516F2C7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CD26FC82-6230-00D2-C633-A607934A6D54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D8094758-6CB5-D6A5-6262-6606C50A64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5756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79CF16B-BB80-42AB-B9A3-2FFE9F2E550C}"/>
              </a:ext>
            </a:extLst>
          </p:cNvPr>
          <p:cNvSpPr>
            <a:spLocks noGrp="1"/>
          </p:cNvSpPr>
          <p:nvPr/>
        </p:nvSpPr>
        <p:spPr>
          <a:xfrm>
            <a:off x="1256727" y="227964"/>
            <a:ext cx="1045959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55" lnSpcReduction="10000"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Declaration и expression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различаются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моментом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доступности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DE370B-DDA4-421B-B0E5-A4BD8852F7C9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11391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Обе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формы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создают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вызываемые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функции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но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по-разному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участвуют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в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инициализации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области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видимости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99B4139-0105-41E8-88CC-A463FF4ED10D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Function declaration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D16B41-8920-4614-BF84-2610C83ED290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5143500" cy="20002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453F8B5-3E48-4BC5-90EB-C07EEF3DEB17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66675" cy="20002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BDF205C-0BFF-4E79-AC64-C988590C8909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4743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работает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Старт"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1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05D8AEA-158B-4D00-AF03-BC8C15F74DAB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Именованная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операция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модуля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доступна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во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всей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своей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области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2F32575-67B0-4427-957B-52C29DBD6996}"/>
              </a:ext>
            </a:extLst>
          </p:cNvPr>
          <p:cNvSpPr>
            <a:spLocks noGrp="1"/>
          </p:cNvSpPr>
          <p:nvPr/>
        </p:nvSpPr>
        <p:spPr>
          <a:xfrm>
            <a:off x="6257925" y="26670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 expression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E54E3FC-4B66-4836-9C2A-02D197AB7F73}"/>
              </a:ext>
            </a:extLst>
          </p:cNvPr>
          <p:cNvSpPr>
            <a:spLocks noGrp="1"/>
          </p:cNvSpPr>
          <p:nvPr/>
        </p:nvSpPr>
        <p:spPr>
          <a:xfrm>
            <a:off x="6257925" y="3238500"/>
            <a:ext cx="5143500" cy="20002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24D8CC-1BEA-449B-B2A2-816DB755C284}"/>
              </a:ext>
            </a:extLst>
          </p:cNvPr>
          <p:cNvSpPr>
            <a:spLocks noGrp="1"/>
          </p:cNvSpPr>
          <p:nvPr/>
        </p:nvSpPr>
        <p:spPr>
          <a:xfrm>
            <a:off x="6257925" y="3238500"/>
            <a:ext cx="66675" cy="2000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DC6E612-CBD9-4394-B724-DBFD0071AC59}"/>
              </a:ext>
            </a:extLst>
          </p:cNvPr>
          <p:cNvSpPr>
            <a:spLocks noGrp="1"/>
          </p:cNvSpPr>
          <p:nvPr/>
        </p:nvSpPr>
        <p:spPr>
          <a:xfrm>
            <a:off x="6486525" y="3409950"/>
            <a:ext cx="4743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run();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ReferenceError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Старт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lang="en-US" sz="11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B766D8F-1B89-4143-A7CA-B28A70146E59}"/>
              </a:ext>
            </a:extLst>
          </p:cNvPr>
          <p:cNvSpPr>
            <a:spLocks noGrp="1"/>
          </p:cNvSpPr>
          <p:nvPr/>
        </p:nvSpPr>
        <p:spPr>
          <a:xfrm>
            <a:off x="6257925" y="5476875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Ссылка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появляется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после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выполнения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инициализации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`const`.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715CB40-154B-B818-C343-C06127BCD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A8C14AA-5247-A16E-C17C-6966C9AF77B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04FE8A59-F418-EBEA-A3FF-0BF3B03A3366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78A9324F-C4DA-6293-EC0C-A85406B3412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088EB771-F788-4797-AD70-A0C1BD2AFC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8588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253F2C-F2BB-4925-8270-4681CB75B5D0}"/>
              </a:ext>
            </a:extLst>
          </p:cNvPr>
          <p:cNvSpPr>
            <a:spLocks noGrp="1"/>
          </p:cNvSpPr>
          <p:nvPr/>
        </p:nvSpPr>
        <p:spPr>
          <a:xfrm>
            <a:off x="1245624" y="314326"/>
            <a:ext cx="11096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Стрелочный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синтаксис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сокращает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запись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функции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A09896E-FD77-43B7-8072-F66470B8D2E6}"/>
              </a:ext>
            </a:extLst>
          </p:cNvPr>
          <p:cNvSpPr>
            <a:spLocks noGrp="1"/>
          </p:cNvSpPr>
          <p:nvPr/>
        </p:nvSpPr>
        <p:spPr>
          <a:xfrm>
            <a:off x="400050" y="1685925"/>
            <a:ext cx="1139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Краткость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достигается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поэтапно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: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убираются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`function`,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лишние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скобки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явный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`return`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для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одного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выражения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400050" y="2533650"/>
            <a:ext cx="51435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05FB751-207F-40A0-BF94-6B1BC465A2E2}"/>
              </a:ext>
            </a:extLst>
          </p:cNvPr>
          <p:cNvSpPr>
            <a:spLocks noGrp="1"/>
          </p:cNvSpPr>
          <p:nvPr/>
        </p:nvSpPr>
        <p:spPr>
          <a:xfrm>
            <a:off x="400050" y="270510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Полная форма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2C4C1EF-3BD6-4F9F-B512-B74D9688C98B}"/>
              </a:ext>
            </a:extLst>
          </p:cNvPr>
          <p:cNvSpPr>
            <a:spLocks noGrp="1"/>
          </p:cNvSpPr>
          <p:nvPr/>
        </p:nvSpPr>
        <p:spPr>
          <a:xfrm>
            <a:off x="400050" y="316230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Consolas"/>
                <a:ea typeface="Consolas"/>
                <a:cs typeface="Consolas"/>
              </a:defRPr>
            </a:pPr>
            <a:r>
              <a:rPr sz="1600" b="0" i="0" dirty="0">
                <a:solidFill>
                  <a:srgbClr val="5E6673"/>
                </a:solidFill>
                <a:latin typeface="Consolas"/>
                <a:ea typeface="Consolas"/>
                <a:cs typeface="Consolas"/>
              </a:rPr>
              <a:t>const sum = (a, b) =&gt; {</a:t>
            </a:r>
          </a:p>
          <a:p>
            <a:pPr algn="l">
              <a:defRPr sz="1425" b="0" i="0">
                <a:solidFill>
                  <a:srgbClr val="5E6673"/>
                </a:solidFill>
                <a:latin typeface="Consolas"/>
                <a:ea typeface="Consolas"/>
                <a:cs typeface="Consolas"/>
              </a:defRPr>
            </a:pPr>
            <a:r>
              <a:rPr sz="1600" b="0" i="0" dirty="0">
                <a:solidFill>
                  <a:srgbClr val="5E6673"/>
                </a:solidFill>
                <a:latin typeface="Consolas"/>
                <a:ea typeface="Consolas"/>
                <a:cs typeface="Consolas"/>
              </a:rPr>
              <a:t>  return a + b;</a:t>
            </a:r>
          </a:p>
          <a:p>
            <a:pPr algn="l">
              <a:defRPr sz="1425" b="0" i="0">
                <a:solidFill>
                  <a:srgbClr val="5E6673"/>
                </a:solidFill>
                <a:latin typeface="Consolas"/>
                <a:ea typeface="Consolas"/>
                <a:cs typeface="Consolas"/>
              </a:defRPr>
            </a:pPr>
            <a:r>
              <a:rPr sz="1600" b="0" i="0" dirty="0">
                <a:solidFill>
                  <a:srgbClr val="5E6673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cxnSp>
        <p:nvCxnSpPr>
          <p:cNvPr id="26" name="Прямая со стрелкой 25"/>
          <p:cNvCxnSpPr/>
          <p:nvPr/>
        </p:nvCxnSpPr>
        <p:spPr>
          <a:xfrm>
            <a:off x="6257925" y="2533650"/>
            <a:ext cx="514350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CA1A298-941C-45C6-AC03-6B78AB059E56}"/>
              </a:ext>
            </a:extLst>
          </p:cNvPr>
          <p:cNvSpPr>
            <a:spLocks noGrp="1"/>
          </p:cNvSpPr>
          <p:nvPr/>
        </p:nvSpPr>
        <p:spPr>
          <a:xfrm>
            <a:off x="6257925" y="270510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Expression body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C763B1E-2DE0-4988-9EEC-3F5AF01BCE02}"/>
              </a:ext>
            </a:extLst>
          </p:cNvPr>
          <p:cNvSpPr>
            <a:spLocks noGrp="1"/>
          </p:cNvSpPr>
          <p:nvPr/>
        </p:nvSpPr>
        <p:spPr>
          <a:xfrm>
            <a:off x="6257925" y="316230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Consolas"/>
                <a:ea typeface="Consolas"/>
                <a:cs typeface="Consolas"/>
              </a:defRPr>
            </a:pPr>
            <a:r>
              <a:rPr sz="1600" b="0" i="0" dirty="0">
                <a:solidFill>
                  <a:srgbClr val="5E6673"/>
                </a:solidFill>
                <a:latin typeface="Consolas"/>
                <a:ea typeface="Consolas"/>
                <a:cs typeface="Consolas"/>
              </a:rPr>
              <a:t>const sum = (a, b) =&gt; a + b;</a:t>
            </a:r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400050" y="4419600"/>
            <a:ext cx="514350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E6DAF1E-4846-4F52-9F57-DAC20EFF4968}"/>
              </a:ext>
            </a:extLst>
          </p:cNvPr>
          <p:cNvSpPr>
            <a:spLocks noGrp="1"/>
          </p:cNvSpPr>
          <p:nvPr/>
        </p:nvSpPr>
        <p:spPr>
          <a:xfrm>
            <a:off x="400050" y="459105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Один параметр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5812058-1531-48DE-8982-D7072D7032DF}"/>
              </a:ext>
            </a:extLst>
          </p:cNvPr>
          <p:cNvSpPr>
            <a:spLocks noGrp="1"/>
          </p:cNvSpPr>
          <p:nvPr/>
        </p:nvSpPr>
        <p:spPr>
          <a:xfrm>
            <a:off x="400050" y="504825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Consolas"/>
                <a:ea typeface="Consolas"/>
                <a:cs typeface="Consolas"/>
              </a:defRPr>
            </a:pPr>
            <a:r>
              <a:rPr sz="1600" b="0" i="0" dirty="0">
                <a:solidFill>
                  <a:srgbClr val="5E6673"/>
                </a:solidFill>
                <a:latin typeface="Consolas"/>
                <a:ea typeface="Consolas"/>
                <a:cs typeface="Consolas"/>
              </a:rPr>
              <a:t>const square = value =&gt; value ** 2;</a:t>
            </a:r>
          </a:p>
        </p:txBody>
      </p:sp>
      <p:cxnSp>
        <p:nvCxnSpPr>
          <p:cNvPr id="32" name="Прямая со стрелкой 31"/>
          <p:cNvCxnSpPr/>
          <p:nvPr/>
        </p:nvCxnSpPr>
        <p:spPr>
          <a:xfrm>
            <a:off x="6257925" y="4419600"/>
            <a:ext cx="514350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7F10922-658B-476B-A0DF-A84262DD75F4}"/>
              </a:ext>
            </a:extLst>
          </p:cNvPr>
          <p:cNvSpPr>
            <a:spLocks noGrp="1"/>
          </p:cNvSpPr>
          <p:nvPr/>
        </p:nvSpPr>
        <p:spPr>
          <a:xfrm>
            <a:off x="6257925" y="459105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Без параметров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3F97752-4AD9-4CF5-ADB5-E69DE71CBA8A}"/>
              </a:ext>
            </a:extLst>
          </p:cNvPr>
          <p:cNvSpPr>
            <a:spLocks noGrp="1"/>
          </p:cNvSpPr>
          <p:nvPr/>
        </p:nvSpPr>
        <p:spPr>
          <a:xfrm>
            <a:off x="6257925" y="504825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Consolas"/>
                <a:ea typeface="Consolas"/>
                <a:cs typeface="Consolas"/>
              </a:defRPr>
            </a:pPr>
            <a:r>
              <a:rPr sz="1600" b="0" i="0" dirty="0">
                <a:solidFill>
                  <a:srgbClr val="5E6673"/>
                </a:solidFill>
                <a:latin typeface="Consolas"/>
                <a:ea typeface="Consolas"/>
                <a:cs typeface="Consolas"/>
              </a:rPr>
              <a:t>const now = () =&gt; </a:t>
            </a:r>
            <a:r>
              <a:rPr sz="1600" b="0" i="0" dirty="0" err="1">
                <a:solidFill>
                  <a:srgbClr val="5E6673"/>
                </a:solidFill>
                <a:latin typeface="Consolas"/>
                <a:ea typeface="Consolas"/>
                <a:cs typeface="Consolas"/>
              </a:rPr>
              <a:t>Date.now</a:t>
            </a:r>
            <a:r>
              <a:rPr sz="1600" b="0" i="0" dirty="0">
                <a:solidFill>
                  <a:srgbClr val="5E6673"/>
                </a:solidFill>
                <a:latin typeface="Consolas"/>
                <a:ea typeface="Consolas"/>
                <a:cs typeface="Consolas"/>
              </a:rPr>
              <a:t>();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A7A685-B569-62D3-009C-5DDDDB1FA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783FF72D-14B0-DDE0-DFCE-355C7E9970FD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04BA6C7-6DA0-A26E-11DA-43599A83656B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C6A985CC-D22F-6A1C-92D2-3EBDDC099BC8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823A3E91-E9E4-8FE7-0727-EDBF140068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283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BF98D1A-DA07-484A-97CE-609D0F1A622A}"/>
              </a:ext>
            </a:extLst>
          </p:cNvPr>
          <p:cNvSpPr>
            <a:spLocks noGrp="1"/>
          </p:cNvSpPr>
          <p:nvPr/>
        </p:nvSpPr>
        <p:spPr>
          <a:xfrm>
            <a:off x="1219507" y="219075"/>
            <a:ext cx="10572443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Фигурные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скобки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меняют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смысл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тела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стрелочной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функции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C79255-14F7-488D-B38C-ACCC9FA719C0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11391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После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стрелки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`{}`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воспринимаются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как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блок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поэтому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объектный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литерал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для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неявного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возврата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заключают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в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круглые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скобки</a:t>
            </a:r>
            <a:r>
              <a:rPr sz="18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DDE9A09-33A9-43DE-AE12-D97B3EA8F572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Блок без return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87ABA5D-61FA-4581-965E-25A4F7B2F137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5143500" cy="20002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69F856E-B277-46CD-BF76-BE9061E8AF41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66675" cy="20002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B140D6D-BA56-428E-9B4E-90D31078703F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4743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Анна"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undefined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1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7B0D806-9551-421E-8E8E-BD0267E6DC88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Фигурные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скобки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открыли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блок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;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метка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`name:`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не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создаёт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возвращаемый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объект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FE281C5-B2F7-468F-A10A-BA4355468DC8}"/>
              </a:ext>
            </a:extLst>
          </p:cNvPr>
          <p:cNvSpPr>
            <a:spLocks noGrp="1"/>
          </p:cNvSpPr>
          <p:nvPr/>
        </p:nvSpPr>
        <p:spPr>
          <a:xfrm>
            <a:off x="6257925" y="26670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Объект как выражение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DDBE1BE-D8B2-4743-BED4-61349D303373}"/>
              </a:ext>
            </a:extLst>
          </p:cNvPr>
          <p:cNvSpPr>
            <a:spLocks noGrp="1"/>
          </p:cNvSpPr>
          <p:nvPr/>
        </p:nvSpPr>
        <p:spPr>
          <a:xfrm>
            <a:off x="6257925" y="3238500"/>
            <a:ext cx="5143500" cy="200025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63C94E4-8026-40AC-ADEB-A21642EB3CC0}"/>
              </a:ext>
            </a:extLst>
          </p:cNvPr>
          <p:cNvSpPr>
            <a:spLocks noGrp="1"/>
          </p:cNvSpPr>
          <p:nvPr/>
        </p:nvSpPr>
        <p:spPr>
          <a:xfrm>
            <a:off x="6257925" y="3238500"/>
            <a:ext cx="66675" cy="2000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FFE82AC-0D76-49CA-BDAB-7614425ABCC6}"/>
              </a:ext>
            </a:extLst>
          </p:cNvPr>
          <p:cNvSpPr>
            <a:spLocks noGrp="1"/>
          </p:cNvSpPr>
          <p:nvPr/>
        </p:nvSpPr>
        <p:spPr>
          <a:xfrm>
            <a:off x="6486525" y="3409950"/>
            <a:ext cx="4743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Анна"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{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name: "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Анна" 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1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75F2FEE-D15B-4B04-8CB6-2530654711BD}"/>
              </a:ext>
            </a:extLst>
          </p:cNvPr>
          <p:cNvSpPr>
            <a:spLocks noGrp="1"/>
          </p:cNvSpPr>
          <p:nvPr/>
        </p:nvSpPr>
        <p:spPr>
          <a:xfrm>
            <a:off x="6257925" y="5476875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Круглые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скобки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заставляют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интерпретировать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`{}`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как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объектный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литерал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8D271BD-B2FB-0045-0CCC-1689135FB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0A79D0D-83DC-37A1-57E8-9E374F730E2D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59027EA7-7673-DD2F-DE10-58A42C5C1CBB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68D8DAD4-2E84-C954-75EB-018B2658FECA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112388BE-7E30-4CCD-4934-037D59E40F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7916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AA5FA8-9B9C-403E-AA6F-1D260F0A207E}"/>
              </a:ext>
            </a:extLst>
          </p:cNvPr>
          <p:cNvSpPr>
            <a:spLocks noGrp="1"/>
          </p:cNvSpPr>
          <p:nvPr/>
        </p:nvSpPr>
        <p:spPr>
          <a:xfrm>
            <a:off x="1284953" y="338138"/>
            <a:ext cx="11096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Arrow function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создаёт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собственный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this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B233CA-5B87-4BF2-8800-994A624AB13D}"/>
              </a:ext>
            </a:extLst>
          </p:cNvPr>
          <p:cNvSpPr>
            <a:spLocks noGrp="1"/>
          </p:cNvSpPr>
          <p:nvPr/>
        </p:nvSpPr>
        <p:spPr>
          <a:xfrm>
            <a:off x="400050" y="1038225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Стрелочная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функция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получает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`this`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из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внешнего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лексического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контекста</a:t>
            </a:r>
            <a:r>
              <a:rPr sz="20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5CCDACB-A49F-4939-AE7B-DC7D04098D0E}"/>
              </a:ext>
            </a:extLst>
          </p:cNvPr>
          <p:cNvSpPr>
            <a:spLocks noGrp="1"/>
          </p:cNvSpPr>
          <p:nvPr/>
        </p:nvSpPr>
        <p:spPr>
          <a:xfrm>
            <a:off x="400050" y="1846726"/>
            <a:ext cx="5143500" cy="338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Когда вызывается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user.regular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(), внутри обычной функции:</a:t>
            </a:r>
          </a:p>
          <a:p>
            <a:pPr rtl="0"/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"Ирина".</a:t>
            </a:r>
          </a:p>
          <a:p>
            <a:pPr rt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===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поэтому:</a:t>
            </a:r>
          </a:p>
          <a:p>
            <a:pPr rt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this.name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это фактически:</a:t>
            </a:r>
          </a:p>
          <a:p>
            <a:pPr rt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user.name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 получаем 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Стрелочная функция не создаёт собственный </a:t>
            </a:r>
            <a:r>
              <a:rPr lang="ru-RU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Она берёт </a:t>
            </a:r>
            <a:r>
              <a:rPr lang="ru-RU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из внешней области видимости.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Поэтому сам факт, что стрелочная функция находится внутри объекта </a:t>
            </a:r>
            <a:r>
              <a:rPr lang="ru-RU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, не делает </a:t>
            </a:r>
            <a:r>
              <a:rPr lang="ru-RU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равным </a:t>
            </a:r>
            <a:r>
              <a:rPr lang="ru-RU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6CEFE9-BD33-4060-8DF5-1A3499F0A539}"/>
              </a:ext>
            </a:extLst>
          </p:cNvPr>
          <p:cNvSpPr>
            <a:spLocks noGrp="1"/>
          </p:cNvSpPr>
          <p:nvPr/>
        </p:nvSpPr>
        <p:spPr>
          <a:xfrm>
            <a:off x="5962650" y="933450"/>
            <a:ext cx="5829300" cy="4448175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FEAC6F3-2F86-499C-882A-9E27D8A8C72B}"/>
              </a:ext>
            </a:extLst>
          </p:cNvPr>
          <p:cNvSpPr>
            <a:spLocks noGrp="1"/>
          </p:cNvSpPr>
          <p:nvPr/>
        </p:nvSpPr>
        <p:spPr>
          <a:xfrm>
            <a:off x="5983606" y="933450"/>
            <a:ext cx="45719" cy="44481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1066E8-E2D3-4C10-A96C-05E8F69F59E2}"/>
              </a:ext>
            </a:extLst>
          </p:cNvPr>
          <p:cNvSpPr>
            <a:spLocks noGrp="1"/>
          </p:cNvSpPr>
          <p:nvPr/>
        </p:nvSpPr>
        <p:spPr>
          <a:xfrm>
            <a:off x="6162677" y="933450"/>
            <a:ext cx="5429250" cy="4448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Ирина"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regular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Ирина"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arrow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//undefined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regular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Ирина"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arrow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Ирина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60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962650" y="5572125"/>
            <a:ext cx="58293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9E0B510-D494-46F6-926D-AC9B9F963C1D}"/>
              </a:ext>
            </a:extLst>
          </p:cNvPr>
          <p:cNvSpPr>
            <a:spLocks noGrp="1"/>
          </p:cNvSpPr>
          <p:nvPr/>
        </p:nvSpPr>
        <p:spPr>
          <a:xfrm>
            <a:off x="5962650" y="5695950"/>
            <a:ext cx="582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СМЫСЛ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005F175-0162-4FC4-B8EB-8244957556CE}"/>
              </a:ext>
            </a:extLst>
          </p:cNvPr>
          <p:cNvSpPr>
            <a:spLocks noGrp="1"/>
          </p:cNvSpPr>
          <p:nvPr/>
        </p:nvSpPr>
        <p:spPr>
          <a:xfrm>
            <a:off x="5991225" y="6048373"/>
            <a:ext cx="5829300" cy="506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Синтаксис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короче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выбор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формы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зависит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требуемого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поведения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`</a:t>
            </a:r>
            <a:r>
              <a:rPr sz="16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`.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43CACD4-41C6-A76E-9C9C-2A8AFD1DD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F86AC8E-6B66-EF7F-01B3-BC2BF9BA0B0D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FEF02F23-E382-3B19-A266-DF6A97367EB1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17925845-787C-A137-F624-75003907E4D7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A3F5CCDB-770F-4272-AD99-0B21A44429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CF8E50F-3E2A-A624-DD78-C1CAC5702FA9}"/>
              </a:ext>
            </a:extLst>
          </p:cNvPr>
          <p:cNvSpPr txBox="1"/>
          <p:nvPr/>
        </p:nvSpPr>
        <p:spPr>
          <a:xfrm>
            <a:off x="230506" y="5225475"/>
            <a:ext cx="5753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Если принципиально нужна именно стрелочная функция, можно обращаться к объекту напрямую</a:t>
            </a:r>
          </a:p>
        </p:txBody>
      </p:sp>
    </p:spTree>
    <p:extLst>
      <p:ext uri="{BB962C8B-B14F-4D97-AF65-F5344CB8AC3E}">
        <p14:creationId xmlns:p14="http://schemas.microsoft.com/office/powerpoint/2010/main" val="2086814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251F93-DE65-4838-8A6B-1D5DF885D6C5}"/>
              </a:ext>
            </a:extLst>
          </p:cNvPr>
          <p:cNvSpPr>
            <a:spLocks noGrp="1"/>
          </p:cNvSpPr>
          <p:nvPr/>
        </p:nvSpPr>
        <p:spPr>
          <a:xfrm>
            <a:off x="1216128" y="276226"/>
            <a:ext cx="11096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Функцию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можно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хранить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выбирать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и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передавать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51FD9D8-311C-4B76-BCDC-75756065E401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7219950" cy="4191000"/>
          </a:xfrm>
          <a:prstGeom prst="rect">
            <a:avLst/>
          </a:prstGeom>
          <a:solidFill>
            <a:srgbClr val="F1F3F5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239E9A3-D5DC-4D07-B98B-832DDB02ACA2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66675" cy="4191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266188-7752-46E2-972F-46B0A2B615E6}"/>
              </a:ext>
            </a:extLst>
          </p:cNvPr>
          <p:cNvSpPr>
            <a:spLocks noGrp="1"/>
          </p:cNvSpPr>
          <p:nvPr/>
        </p:nvSpPr>
        <p:spPr>
          <a:xfrm>
            <a:off x="628650" y="1895475"/>
            <a:ext cx="681990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operations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operationName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"multiply"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operations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operationName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"function"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20</a:t>
            </a:r>
          </a:p>
          <a:p>
            <a:r>
              <a:rPr lang="nn-NO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operations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nn-NO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endParaRPr lang="nn-NO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defRPr sz="1350" b="0" i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endParaRPr sz="1350" b="0" i="0" dirty="0">
              <a:solidFill>
                <a:srgbClr val="11182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75428F0-E177-4F94-98D6-27B6CFA7857F}"/>
              </a:ext>
            </a:extLst>
          </p:cNvPr>
          <p:cNvSpPr>
            <a:spLocks noGrp="1"/>
          </p:cNvSpPr>
          <p:nvPr/>
        </p:nvSpPr>
        <p:spPr>
          <a:xfrm>
            <a:off x="8058150" y="1733550"/>
            <a:ext cx="3733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7"/>
          </a:bodyPr>
          <a:lstStyle/>
          <a:p>
            <a:pPr algn="l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Объект может хранить набор взаимозаменяемых стратегий.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C3B33B-F195-4271-8D45-21FAB041FB4D}"/>
              </a:ext>
            </a:extLst>
          </p:cNvPr>
          <p:cNvSpPr>
            <a:spLocks noGrp="1"/>
          </p:cNvSpPr>
          <p:nvPr/>
        </p:nvSpPr>
        <p:spPr>
          <a:xfrm>
            <a:off x="8058150" y="2781300"/>
            <a:ext cx="37338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Свойство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содержит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ссылку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функцию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Выбор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выполняется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данным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Вызов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отделён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решения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какую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операцию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использовать</a:t>
            </a:r>
            <a:r>
              <a:rPr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8058150" y="4610100"/>
            <a:ext cx="37338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384605D-7ED8-4A0F-B055-1BA849A62C40}"/>
              </a:ext>
            </a:extLst>
          </p:cNvPr>
          <p:cNvSpPr>
            <a:spLocks noGrp="1"/>
          </p:cNvSpPr>
          <p:nvPr/>
        </p:nvSpPr>
        <p:spPr>
          <a:xfrm>
            <a:off x="8058150" y="4888427"/>
            <a:ext cx="3733800" cy="16933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ru-RU"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Запись: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ru-RU"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</a:t>
            </a:r>
            <a:r>
              <a:rPr lang="ru-RU"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</a:t>
            </a:r>
            <a:r>
              <a:rPr lang="ru-RU" sz="1600" b="0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operationName</a:t>
            </a:r>
            <a:r>
              <a:rPr lang="ru-RU"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](4, 5)</a:t>
            </a:r>
          </a:p>
          <a:p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ru-RU" sz="1600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 только получает функцию, но и сразу вызывает её.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C3503A3-B32B-214A-15AC-B0CB00E63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C0EFE8D-92A0-CB91-F87E-E957B61E61AD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D9EC541C-36A8-8B67-51B5-CBF29B112008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05802BD3-DFF2-E49C-6AB0-D2527AD258AE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B84E1616-DAC0-7E2E-AA7C-EC4F9A6EB9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6116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3436D5-BD90-43A7-AAF5-D3A7CABCEDE8}"/>
              </a:ext>
            </a:extLst>
          </p:cNvPr>
          <p:cNvSpPr>
            <a:spLocks noGrp="1"/>
          </p:cNvSpPr>
          <p:nvPr/>
        </p:nvSpPr>
        <p:spPr>
          <a:xfrm>
            <a:off x="1284954" y="315376"/>
            <a:ext cx="11096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Четыре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вопроса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локализуют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ошибку</a:t>
            </a:r>
            <a:r>
              <a:rPr sz="29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функции</a:t>
            </a:r>
            <a:endParaRPr sz="29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400050" y="1457325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F3925E-D1B9-4F93-882C-BBDE44C319BB}"/>
              </a:ext>
            </a:extLst>
          </p:cNvPr>
          <p:cNvSpPr>
            <a:spLocks noGrp="1"/>
          </p:cNvSpPr>
          <p:nvPr/>
        </p:nvSpPr>
        <p:spPr>
          <a:xfrm>
            <a:off x="400050" y="1685925"/>
            <a:ext cx="11391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Перед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запуском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проследите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функцию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как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значение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её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входы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окружение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1725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400050" y="2533650"/>
            <a:ext cx="51435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696048C-1D1C-4636-BCF5-B1C84749EBE3}"/>
              </a:ext>
            </a:extLst>
          </p:cNvPr>
          <p:cNvSpPr>
            <a:spLocks noGrp="1"/>
          </p:cNvSpPr>
          <p:nvPr/>
        </p:nvSpPr>
        <p:spPr>
          <a:xfrm>
            <a:off x="400050" y="270510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Что</a:t>
            </a:r>
            <a:r>
              <a:rPr sz="18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передано</a:t>
            </a:r>
            <a:r>
              <a:rPr sz="18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418F053-BE76-4A6B-A00D-AB7E9AEED901}"/>
              </a:ext>
            </a:extLst>
          </p:cNvPr>
          <p:cNvSpPr>
            <a:spLocks noGrp="1"/>
          </p:cNvSpPr>
          <p:nvPr/>
        </p:nvSpPr>
        <p:spPr>
          <a:xfrm>
            <a:off x="400050" y="316230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Функция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или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уже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вычисленный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i="0" dirty="0" err="1">
                <a:solidFill>
                  <a:srgbClr val="5E6673"/>
                </a:solidFill>
                <a:latin typeface="Arial"/>
                <a:ea typeface="Arial"/>
                <a:cs typeface="Arial"/>
              </a:rPr>
              <a:t>вызова</a:t>
            </a:r>
            <a:r>
              <a:rPr sz="1600" b="0" i="0" dirty="0">
                <a:solidFill>
                  <a:srgbClr val="5E6673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cxnSp>
        <p:nvCxnSpPr>
          <p:cNvPr id="26" name="Прямая со стрелкой 25"/>
          <p:cNvCxnSpPr/>
          <p:nvPr/>
        </p:nvCxnSpPr>
        <p:spPr>
          <a:xfrm>
            <a:off x="6257925" y="2533650"/>
            <a:ext cx="514350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228184E-4DD6-497F-AD74-734DAE482347}"/>
              </a:ext>
            </a:extLst>
          </p:cNvPr>
          <p:cNvSpPr>
            <a:spLocks noGrp="1"/>
          </p:cNvSpPr>
          <p:nvPr/>
        </p:nvSpPr>
        <p:spPr>
          <a:xfrm>
            <a:off x="6257925" y="270510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Какие аргументы?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BA9B04F-22DA-4C52-AF23-8EAB53D8C39F}"/>
              </a:ext>
            </a:extLst>
          </p:cNvPr>
          <p:cNvSpPr>
            <a:spLocks noGrp="1"/>
          </p:cNvSpPr>
          <p:nvPr/>
        </p:nvSpPr>
        <p:spPr>
          <a:xfrm>
            <a:off x="6257925" y="316230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Совпадают ли порядок, типы и значения по умолчанию?</a:t>
            </a:r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400050" y="4419600"/>
            <a:ext cx="514350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6F7A4C-C33E-48AF-AAA4-79D33B54953D}"/>
              </a:ext>
            </a:extLst>
          </p:cNvPr>
          <p:cNvSpPr>
            <a:spLocks noGrp="1"/>
          </p:cNvSpPr>
          <p:nvPr/>
        </p:nvSpPr>
        <p:spPr>
          <a:xfrm>
            <a:off x="400050" y="459105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Что доступно?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9C61DB5-EA61-4436-A63A-1563021491F7}"/>
              </a:ext>
            </a:extLst>
          </p:cNvPr>
          <p:cNvSpPr>
            <a:spLocks noGrp="1"/>
          </p:cNvSpPr>
          <p:nvPr/>
        </p:nvSpPr>
        <p:spPr>
          <a:xfrm>
            <a:off x="400050" y="504825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Где объявлена функция и какие имена найдёт цепочка scope?</a:t>
            </a:r>
          </a:p>
        </p:txBody>
      </p:sp>
      <p:cxnSp>
        <p:nvCxnSpPr>
          <p:cNvPr id="32" name="Прямая со стрелкой 31"/>
          <p:cNvCxnSpPr/>
          <p:nvPr/>
        </p:nvCxnSpPr>
        <p:spPr>
          <a:xfrm>
            <a:off x="6257925" y="4419600"/>
            <a:ext cx="514350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144C57B-0CFD-494F-B0D8-6477B12D5452}"/>
              </a:ext>
            </a:extLst>
          </p:cNvPr>
          <p:cNvSpPr>
            <a:spLocks noGrp="1"/>
          </p:cNvSpPr>
          <p:nvPr/>
        </p:nvSpPr>
        <p:spPr>
          <a:xfrm>
            <a:off x="6257925" y="459105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Что возвращено?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785E682-C816-4700-80AF-C7015D272395}"/>
              </a:ext>
            </a:extLst>
          </p:cNvPr>
          <p:cNvSpPr>
            <a:spLocks noGrp="1"/>
          </p:cNvSpPr>
          <p:nvPr/>
        </p:nvSpPr>
        <p:spPr>
          <a:xfrm>
            <a:off x="6257925" y="504825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Есть ли `return` на каждом значимом пути выполнения?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22CEA7-41AA-221C-8DFB-02591BA0B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B33B2BD-B884-6F25-A927-57A1F5908CFB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E4FAD639-3F5F-F961-56DB-FE07200F550A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2C82038E-1FA8-4C57-5D5C-382A6ADB11C8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F6E8BEF3-5C7D-567F-640F-333D611E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636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2DA03D-9AA4-490D-0653-D8DDBBA0C61F}"/>
              </a:ext>
            </a:extLst>
          </p:cNvPr>
          <p:cNvSpPr txBox="1"/>
          <p:nvPr/>
        </p:nvSpPr>
        <p:spPr>
          <a:xfrm>
            <a:off x="748145" y="2122161"/>
            <a:ext cx="10695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В приложении интернет-магазина нужно посчитать итоговую стоимость товара с учётом количества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EA30A-D718-95ED-0663-0D5CF4B87954}"/>
              </a:ext>
            </a:extLst>
          </p:cNvPr>
          <p:cNvSpPr txBox="1"/>
          <p:nvPr/>
        </p:nvSpPr>
        <p:spPr>
          <a:xfrm>
            <a:off x="289560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40E31-A77E-0CDA-5B0B-0C2B887E1394}"/>
              </a:ext>
            </a:extLst>
          </p:cNvPr>
          <p:cNvSpPr txBox="1"/>
          <p:nvPr/>
        </p:nvSpPr>
        <p:spPr>
          <a:xfrm>
            <a:off x="748145" y="2939903"/>
            <a:ext cx="79386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calculateTotal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calculateTotal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Стоимость заказа: 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руб.`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5B3F7-CD3C-4BC5-091A-BD6EEC2EFFCE}"/>
              </a:ext>
            </a:extLst>
          </p:cNvPr>
          <p:cNvSpPr txBox="1"/>
          <p:nvPr/>
        </p:nvSpPr>
        <p:spPr>
          <a:xfrm>
            <a:off x="3338946" y="115341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Обычная функция -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Declaration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497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F4D4F2-E0B7-BC82-D756-450879D8C187}"/>
              </a:ext>
            </a:extLst>
          </p:cNvPr>
          <p:cNvSpPr txBox="1"/>
          <p:nvPr/>
        </p:nvSpPr>
        <p:spPr>
          <a:xfrm>
            <a:off x="4433454" y="3348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Проверка логина и пароля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49931-19DE-A524-26BC-B23523CDA7E7}"/>
              </a:ext>
            </a:extLst>
          </p:cNvPr>
          <p:cNvSpPr txBox="1"/>
          <p:nvPr/>
        </p:nvSpPr>
        <p:spPr>
          <a:xfrm>
            <a:off x="1995054" y="1277587"/>
            <a:ext cx="88253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checkLogin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"1234"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checkLogin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"1234"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Вход выполнен"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Неверный логин или пароль"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4203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6AE000-EC71-2F28-7843-8D3833987ACD}"/>
              </a:ext>
            </a:extLst>
          </p:cNvPr>
          <p:cNvSpPr txBox="1"/>
          <p:nvPr/>
        </p:nvSpPr>
        <p:spPr>
          <a:xfrm>
            <a:off x="727362" y="861399"/>
            <a:ext cx="910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3. Определить стоимость доставки в зависимости от суммы заказа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4587A-C5F2-DDCA-CC3F-47B32DD58557}"/>
              </a:ext>
            </a:extLst>
          </p:cNvPr>
          <p:cNvSpPr txBox="1"/>
          <p:nvPr/>
        </p:nvSpPr>
        <p:spPr>
          <a:xfrm>
            <a:off x="845126" y="1346768"/>
            <a:ext cx="88669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calculateDelivery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orderPrice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orderPrice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deliveryPrice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calculateDelivery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Доставка: 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deliveryPrice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руб.`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F3027-03C9-7AF4-EE6B-55E7A3D90487}"/>
              </a:ext>
            </a:extLst>
          </p:cNvPr>
          <p:cNvSpPr txBox="1"/>
          <p:nvPr/>
        </p:nvSpPr>
        <p:spPr>
          <a:xfrm>
            <a:off x="3394363" y="2493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Функция-выражение 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Expression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724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B99849-096C-B00C-7AB6-1007C65ED868}"/>
              </a:ext>
            </a:extLst>
          </p:cNvPr>
          <p:cNvSpPr txBox="1"/>
          <p:nvPr/>
        </p:nvSpPr>
        <p:spPr>
          <a:xfrm>
            <a:off x="3768437" y="4180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Стрелочная функция 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 Function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A17EB-1D49-EE13-D0DC-F8F4E05B7226}"/>
              </a:ext>
            </a:extLst>
          </p:cNvPr>
          <p:cNvSpPr txBox="1"/>
          <p:nvPr/>
        </p:nvSpPr>
        <p:spPr>
          <a:xfrm>
            <a:off x="1233054" y="1665146"/>
            <a:ext cx="91301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addToFavorites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добавлен в избранное`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addToFavorites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Ноутбук"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54AD3F14-31C9-B6B6-455A-630500275255}"/>
              </a:ext>
            </a:extLst>
          </p:cNvPr>
          <p:cNvCxnSpPr>
            <a:stCxn id="5" idx="2"/>
          </p:cNvCxnSpPr>
          <p:nvPr/>
        </p:nvCxnSpPr>
        <p:spPr>
          <a:xfrm flipH="1">
            <a:off x="5798126" y="3142474"/>
            <a:ext cx="1" cy="944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52E3A86-4D8C-4046-B79D-5318A2B1DF55}"/>
              </a:ext>
            </a:extLst>
          </p:cNvPr>
          <p:cNvSpPr txBox="1"/>
          <p:nvPr/>
        </p:nvSpPr>
        <p:spPr>
          <a:xfrm>
            <a:off x="1385453" y="4364090"/>
            <a:ext cx="9310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addToFavorites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добавлен в избранное`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3962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CBA1D4-EF3E-28FC-86AB-1E8CC844C3CE}"/>
              </a:ext>
            </a:extLst>
          </p:cNvPr>
          <p:cNvSpPr txBox="1"/>
          <p:nvPr/>
        </p:nvSpPr>
        <p:spPr>
          <a:xfrm>
            <a:off x="3283528" y="5149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Стрелочная функция для проверки введённых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C8119-92C8-0E9C-EC32-951CC929735F}"/>
              </a:ext>
            </a:extLst>
          </p:cNvPr>
          <p:cNvSpPr txBox="1"/>
          <p:nvPr/>
        </p:nvSpPr>
        <p:spPr>
          <a:xfrm>
            <a:off x="886691" y="1305067"/>
            <a:ext cx="87283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Пароль слишком короткий"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Пароль подходит"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"qwerty"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"qwerty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3792150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1C2DFA-B624-F464-8261-2C46C78BED70}"/>
              </a:ext>
            </a:extLst>
          </p:cNvPr>
          <p:cNvSpPr txBox="1"/>
          <p:nvPr/>
        </p:nvSpPr>
        <p:spPr>
          <a:xfrm>
            <a:off x="3879273" y="3764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и тот же пример тремя способами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AFE322-0548-E7F2-E5DD-8C1906402F7F}"/>
              </a:ext>
            </a:extLst>
          </p:cNvPr>
          <p:cNvSpPr txBox="1"/>
          <p:nvPr/>
        </p:nvSpPr>
        <p:spPr>
          <a:xfrm>
            <a:off x="692727" y="1831262"/>
            <a:ext cx="64423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showMessage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Привет, 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!`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B8E19-03B1-82CF-019F-96718F68543C}"/>
              </a:ext>
            </a:extLst>
          </p:cNvPr>
          <p:cNvSpPr txBox="1"/>
          <p:nvPr/>
        </p:nvSpPr>
        <p:spPr>
          <a:xfrm>
            <a:off x="692727" y="3535371"/>
            <a:ext cx="6830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showMessage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Привет, 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!`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C0246C-EF6F-ADEB-EAD1-A2CB028B9A2C}"/>
              </a:ext>
            </a:extLst>
          </p:cNvPr>
          <p:cNvSpPr txBox="1"/>
          <p:nvPr/>
        </p:nvSpPr>
        <p:spPr>
          <a:xfrm>
            <a:off x="706582" y="12562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Обычная функция: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78B42-96C5-4ECA-1E7B-55A9E55B492F}"/>
              </a:ext>
            </a:extLst>
          </p:cNvPr>
          <p:cNvSpPr txBox="1"/>
          <p:nvPr/>
        </p:nvSpPr>
        <p:spPr>
          <a:xfrm>
            <a:off x="706582" y="2960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Функция-выражение: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E8F4DE-07BA-89C0-BF58-3DF3D3A6E291}"/>
              </a:ext>
            </a:extLst>
          </p:cNvPr>
          <p:cNvSpPr txBox="1"/>
          <p:nvPr/>
        </p:nvSpPr>
        <p:spPr>
          <a:xfrm>
            <a:off x="706582" y="5082523"/>
            <a:ext cx="72874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showMessage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Привет, 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!`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770BCE-5848-FFF7-7E62-F49A7A1AD223}"/>
              </a:ext>
            </a:extLst>
          </p:cNvPr>
          <p:cNvSpPr txBox="1"/>
          <p:nvPr/>
        </p:nvSpPr>
        <p:spPr>
          <a:xfrm>
            <a:off x="734291" y="4585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Стрелочная функция: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D9F8134B-A43E-BE5D-81B6-1C81007EA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036" y="5029429"/>
            <a:ext cx="42025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 всех трёх случаях вызов одинаковый: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8E014D-E317-D5EE-6753-571322FF9387}"/>
              </a:ext>
            </a:extLst>
          </p:cNvPr>
          <p:cNvSpPr txBox="1"/>
          <p:nvPr/>
        </p:nvSpPr>
        <p:spPr>
          <a:xfrm>
            <a:off x="7523018" y="5451855"/>
            <a:ext cx="386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showMessage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Иван"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70672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5B154B-2F26-AC96-DCBF-1795A7BA1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317838"/>
            <a:ext cx="104902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1. Обычная функция - стоимость поездки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обычную функцию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calculateTripCost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pricePerKm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которая принимает: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расстояние поездки в километрах;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стоимость одного километра.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должна вернуть итоговую стоимость поездки.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для расстояния 15 км и стоимости 25 руб./км результат должен быть: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375 руб.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30898-1A4E-2CB4-BCA0-0EBED0C77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2349163"/>
            <a:ext cx="108839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Функция-выражение - проверка свободного места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функцию-выражение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checkStorage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принимает количество свободной памяти устройства в ГБ.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должна: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если свободно меньше 5 ГБ - вернуть "Недостаточно памяти";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иначе - вернуть "Памяти достаточно".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Проверьте функцию минимум для двух разных значений.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1683F-2D77-71B6-3FA8-F00E4DDCF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4508837"/>
            <a:ext cx="1052377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3. Стрелочная функция - определение ориентации экрана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стрелочную функцию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getOrientation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которая получает ширину и высоту экрана.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должна вернуть: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"Альбомная ориентация", если ширина больше высоты;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"Портретная ориентация", если высота больше ширины;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"Квадратный экран", если значения равны.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2820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hatGPT">
    <a:dk1>
      <a:srgbClr val="000000"/>
    </a:dk1>
    <a:lt1>
      <a:srgbClr val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7390</Words>
  <Application>Microsoft Office PowerPoint</Application>
  <DocSecurity>0</DocSecurity>
  <PresentationFormat>Широкоэкранный</PresentationFormat>
  <Paragraphs>907</Paragraphs>
  <Slides>27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36" baseType="lpstr">
      <vt:lpstr>Aptos</vt:lpstr>
      <vt:lpstr>Arial</vt:lpstr>
      <vt:lpstr>Calibri</vt:lpstr>
      <vt:lpstr>Consolas</vt:lpstr>
      <vt:lpstr>KyivType Sans Heavy</vt:lpstr>
      <vt:lpstr>Symbol</vt:lpstr>
      <vt:lpstr>Times New Roman</vt:lpstr>
      <vt:lpstr>ChatGPT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Наиля Мавлюдова</cp:lastModifiedBy>
  <cp:revision>6</cp:revision>
  <dcterms:created xsi:type="dcterms:W3CDTF">2026-07-30T10:41:40Z</dcterms:created>
  <dcterms:modified xsi:type="dcterms:W3CDTF">2026-10-08T06:13:05Z</dcterms:modified>
</cp:coreProperties>
</file>
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56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4" r:id="rId14"/>
    <p:sldId id="345" r:id="rId15"/>
    <p:sldId id="346" r:id="rId16"/>
    <p:sldId id="348" r:id="rId17"/>
    <p:sldId id="349" r:id="rId18"/>
    <p:sldId id="35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32" autoAdjust="0"/>
  </p:normalViewPr>
  <p:slideViewPr>
    <p:cSldViewPr snapToGrid="0">
      <p:cViewPr varScale="1">
        <p:scale>
          <a:sx n="72" d="100"/>
          <a:sy n="72" d="100"/>
        </p:scale>
        <p:origin x="10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аиля Мавлюдова" userId="946b87bdd2203ae6" providerId="LiveId" clId="{3F51DDD7-8020-43AC-B0BA-A20FA310DEA8}"/>
    <pc:docChg chg="undo custSel addSld delSld modSld">
      <pc:chgData name="Наиля Мавлюдова" userId="946b87bdd2203ae6" providerId="LiveId" clId="{3F51DDD7-8020-43AC-B0BA-A20FA310DEA8}" dt="2026-09-13T10:52:10.169" v="121" actId="47"/>
      <pc:docMkLst>
        <pc:docMk/>
      </pc:docMkLst>
      <pc:sldChg chg="modSp add del mod setBg">
        <pc:chgData name="Наиля Мавлюдова" userId="946b87bdd2203ae6" providerId="LiveId" clId="{3F51DDD7-8020-43AC-B0BA-A20FA310DEA8}" dt="2026-09-13T10:52:07.231" v="120" actId="403"/>
        <pc:sldMkLst>
          <pc:docMk/>
          <pc:sldMk cId="0" sldId="256"/>
        </pc:sldMkLst>
        <pc:spChg chg="mod">
          <ac:chgData name="Наиля Мавлюдова" userId="946b87bdd2203ae6" providerId="LiveId" clId="{3F51DDD7-8020-43AC-B0BA-A20FA310DEA8}" dt="2026-09-13T10:52:07.231" v="120" actId="403"/>
          <ac:spMkLst>
            <pc:docMk/>
            <pc:sldMk cId="0" sldId="256"/>
            <ac:spMk id="88" creationId="{00000000-0000-0000-0000-000000000000}"/>
          </ac:spMkLst>
        </pc:spChg>
      </pc:sldChg>
      <pc:sldChg chg="del">
        <pc:chgData name="Наиля Мавлюдова" userId="946b87bdd2203ae6" providerId="LiveId" clId="{3F51DDD7-8020-43AC-B0BA-A20FA310DEA8}" dt="2026-09-13T10:52:10.169" v="121" actId="47"/>
        <pc:sldMkLst>
          <pc:docMk/>
          <pc:sldMk cId="2254807987" sldId="332"/>
        </pc:sldMkLst>
      </pc:sldChg>
      <pc:sldChg chg="modNotesTx">
        <pc:chgData name="Наиля Мавлюдова" userId="946b87bdd2203ae6" providerId="LiveId" clId="{3F51DDD7-8020-43AC-B0BA-A20FA310DEA8}" dt="2026-09-13T07:13:29.492" v="2"/>
        <pc:sldMkLst>
          <pc:docMk/>
          <pc:sldMk cId="1135327569" sldId="333"/>
        </pc:sldMkLst>
      </pc:sldChg>
      <pc:sldChg chg="modNotesTx">
        <pc:chgData name="Наиля Мавлюдова" userId="946b87bdd2203ae6" providerId="LiveId" clId="{3F51DDD7-8020-43AC-B0BA-A20FA310DEA8}" dt="2026-09-13T07:16:29.442" v="9"/>
        <pc:sldMkLst>
          <pc:docMk/>
          <pc:sldMk cId="2246961913" sldId="334"/>
        </pc:sldMkLst>
      </pc:sldChg>
      <pc:sldChg chg="modNotesTx">
        <pc:chgData name="Наиля Мавлюдова" userId="946b87bdd2203ae6" providerId="LiveId" clId="{3F51DDD7-8020-43AC-B0BA-A20FA310DEA8}" dt="2026-09-13T07:19:09.361" v="11"/>
        <pc:sldMkLst>
          <pc:docMk/>
          <pc:sldMk cId="3241662478" sldId="335"/>
        </pc:sldMkLst>
      </pc:sldChg>
      <pc:sldChg chg="modNotesTx">
        <pc:chgData name="Наиля Мавлюдова" userId="946b87bdd2203ae6" providerId="LiveId" clId="{3F51DDD7-8020-43AC-B0BA-A20FA310DEA8}" dt="2026-09-13T07:23:02.310" v="14"/>
        <pc:sldMkLst>
          <pc:docMk/>
          <pc:sldMk cId="756017327" sldId="336"/>
        </pc:sldMkLst>
      </pc:sldChg>
      <pc:sldChg chg="modSp mod modNotesTx">
        <pc:chgData name="Наиля Мавлюдова" userId="946b87bdd2203ae6" providerId="LiveId" clId="{3F51DDD7-8020-43AC-B0BA-A20FA310DEA8}" dt="2026-09-13T07:25:24.399" v="18"/>
        <pc:sldMkLst>
          <pc:docMk/>
          <pc:sldMk cId="1923394315" sldId="337"/>
        </pc:sldMkLst>
        <pc:spChg chg="mod">
          <ac:chgData name="Наиля Мавлюдова" userId="946b87bdd2203ae6" providerId="LiveId" clId="{3F51DDD7-8020-43AC-B0BA-A20FA310DEA8}" dt="2026-09-13T07:23:56.464" v="15" actId="113"/>
          <ac:spMkLst>
            <pc:docMk/>
            <pc:sldMk cId="1923394315" sldId="337"/>
            <ac:spMk id="8" creationId="{67D209E5-9A4C-F758-801D-1C8ACCA6CE62}"/>
          </ac:spMkLst>
        </pc:spChg>
      </pc:sldChg>
      <pc:sldChg chg="modNotesTx">
        <pc:chgData name="Наиля Мавлюдова" userId="946b87bdd2203ae6" providerId="LiveId" clId="{3F51DDD7-8020-43AC-B0BA-A20FA310DEA8}" dt="2026-09-13T07:28:27.239" v="26"/>
        <pc:sldMkLst>
          <pc:docMk/>
          <pc:sldMk cId="3150562339" sldId="338"/>
        </pc:sldMkLst>
      </pc:sldChg>
      <pc:sldChg chg="modNotesTx">
        <pc:chgData name="Наиля Мавлюдова" userId="946b87bdd2203ae6" providerId="LiveId" clId="{3F51DDD7-8020-43AC-B0BA-A20FA310DEA8}" dt="2026-09-13T07:31:27.195" v="30"/>
        <pc:sldMkLst>
          <pc:docMk/>
          <pc:sldMk cId="829987538" sldId="339"/>
        </pc:sldMkLst>
      </pc:sldChg>
      <pc:sldChg chg="modSp mod modNotesTx">
        <pc:chgData name="Наиля Мавлюдова" userId="946b87bdd2203ae6" providerId="LiveId" clId="{3F51DDD7-8020-43AC-B0BA-A20FA310DEA8}" dt="2026-09-13T07:32:46.917" v="31"/>
        <pc:sldMkLst>
          <pc:docMk/>
          <pc:sldMk cId="3106071561" sldId="340"/>
        </pc:sldMkLst>
        <pc:graphicFrameChg chg="modGraphic">
          <ac:chgData name="Наиля Мавлюдова" userId="946b87bdd2203ae6" providerId="LiveId" clId="{3F51DDD7-8020-43AC-B0BA-A20FA310DEA8}" dt="2026-09-12T18:29:30.437" v="0" actId="2711"/>
          <ac:graphicFrameMkLst>
            <pc:docMk/>
            <pc:sldMk cId="3106071561" sldId="340"/>
            <ac:graphicFrameMk id="11" creationId="{FC392884-DF15-C76C-EF42-6F8E98819B0A}"/>
          </ac:graphicFrameMkLst>
        </pc:graphicFrameChg>
      </pc:sldChg>
      <pc:sldChg chg="modNotesTx">
        <pc:chgData name="Наиля Мавлюдова" userId="946b87bdd2203ae6" providerId="LiveId" clId="{3F51DDD7-8020-43AC-B0BA-A20FA310DEA8}" dt="2026-09-13T07:33:58.293" v="38"/>
        <pc:sldMkLst>
          <pc:docMk/>
          <pc:sldMk cId="432031976" sldId="341"/>
        </pc:sldMkLst>
      </pc:sldChg>
      <pc:sldChg chg="modNotesTx">
        <pc:chgData name="Наиля Мавлюдова" userId="946b87bdd2203ae6" providerId="LiveId" clId="{3F51DDD7-8020-43AC-B0BA-A20FA310DEA8}" dt="2026-09-13T07:35:59.370" v="43" actId="6549"/>
        <pc:sldMkLst>
          <pc:docMk/>
          <pc:sldMk cId="2315229942" sldId="342"/>
        </pc:sldMkLst>
      </pc:sldChg>
      <pc:sldChg chg="modSp mod modNotesTx">
        <pc:chgData name="Наиля Мавлюдова" userId="946b87bdd2203ae6" providerId="LiveId" clId="{3F51DDD7-8020-43AC-B0BA-A20FA310DEA8}" dt="2026-09-13T07:38:29.982" v="49" actId="6549"/>
        <pc:sldMkLst>
          <pc:docMk/>
          <pc:sldMk cId="4160402557" sldId="344"/>
        </pc:sldMkLst>
        <pc:spChg chg="mod">
          <ac:chgData name="Наиля Мавлюдова" userId="946b87bdd2203ae6" providerId="LiveId" clId="{3F51DDD7-8020-43AC-B0BA-A20FA310DEA8}" dt="2026-09-13T07:38:15.377" v="48" actId="403"/>
          <ac:spMkLst>
            <pc:docMk/>
            <pc:sldMk cId="4160402557" sldId="344"/>
            <ac:spMk id="13" creationId="{B391F376-CEC3-D0AD-1D3D-C91F1FD62F12}"/>
          </ac:spMkLst>
        </pc:spChg>
      </pc:sldChg>
      <pc:sldChg chg="modNotesTx">
        <pc:chgData name="Наиля Мавлюдова" userId="946b87bdd2203ae6" providerId="LiveId" clId="{3F51DDD7-8020-43AC-B0BA-A20FA310DEA8}" dt="2026-09-13T07:39:37.378" v="50"/>
        <pc:sldMkLst>
          <pc:docMk/>
          <pc:sldMk cId="826305746" sldId="345"/>
        </pc:sldMkLst>
      </pc:sldChg>
      <pc:sldChg chg="modSp mod modNotesTx">
        <pc:chgData name="Наиля Мавлюдова" userId="946b87bdd2203ae6" providerId="LiveId" clId="{3F51DDD7-8020-43AC-B0BA-A20FA310DEA8}" dt="2026-09-13T07:45:19.979" v="112"/>
        <pc:sldMkLst>
          <pc:docMk/>
          <pc:sldMk cId="3152785558" sldId="346"/>
        </pc:sldMkLst>
        <pc:spChg chg="mod">
          <ac:chgData name="Наиля Мавлюдова" userId="946b87bdd2203ae6" providerId="LiveId" clId="{3F51DDD7-8020-43AC-B0BA-A20FA310DEA8}" dt="2026-09-13T07:39:51.414" v="60" actId="20577"/>
          <ac:spMkLst>
            <pc:docMk/>
            <pc:sldMk cId="3152785558" sldId="346"/>
            <ac:spMk id="11" creationId="{1C5B7FEF-5BA7-C48D-6C96-C4AC0D47E5C8}"/>
          </ac:spMkLst>
        </pc:spChg>
      </pc:sldChg>
    </pc:docChg>
  </pc:docChgLst>
  <pc:docChgLst>
    <pc:chgData name="Наиля Мавлюдова" userId="946b87bdd2203ae6" providerId="LiveId" clId="{1C23D5AB-BE3F-4964-BFD0-0588A5F70D55}"/>
    <pc:docChg chg="undo redo custSel addSld delSld modSld delMainMaster">
      <pc:chgData name="Наиля Мавлюдова" userId="946b87bdd2203ae6" providerId="LiveId" clId="{1C23D5AB-BE3F-4964-BFD0-0588A5F70D55}" dt="2026-08-27T12:57:11.705" v="889" actId="20577"/>
      <pc:docMkLst>
        <pc:docMk/>
      </pc:docMkLst>
      <pc:sldChg chg="modSp add del mod setBg">
        <pc:chgData name="Наиля Мавлюдова" userId="946b87bdd2203ae6" providerId="LiveId" clId="{1C23D5AB-BE3F-4964-BFD0-0588A5F70D55}" dt="2026-08-27T12:57:11.705" v="889" actId="20577"/>
        <pc:sldMkLst>
          <pc:docMk/>
          <pc:sldMk cId="2254807987" sldId="332"/>
        </pc:sldMkLst>
        <pc:spChg chg="mod">
          <ac:chgData name="Наиля Мавлюдова" userId="946b87bdd2203ae6" providerId="LiveId" clId="{1C23D5AB-BE3F-4964-BFD0-0588A5F70D55}" dt="2026-08-27T12:57:11.705" v="889" actId="20577"/>
          <ac:spMkLst>
            <pc:docMk/>
            <pc:sldMk cId="2254807987" sldId="332"/>
            <ac:spMk id="27" creationId="{AB3BEA9F-74AD-4CE7-925A-B024CE301E7D}"/>
          </ac:spMkLst>
        </pc:spChg>
      </pc:sldChg>
      <pc:sldChg chg="addSp delSp modSp new mod modClrScheme chgLayout">
        <pc:chgData name="Наиля Мавлюдова" userId="946b87bdd2203ae6" providerId="LiveId" clId="{1C23D5AB-BE3F-4964-BFD0-0588A5F70D55}" dt="2026-08-27T06:41:40.894" v="121" actId="14100"/>
        <pc:sldMkLst>
          <pc:docMk/>
          <pc:sldMk cId="1135327569" sldId="333"/>
        </pc:sldMkLst>
        <pc:spChg chg="del">
          <ac:chgData name="Наиля Мавлюдова" userId="946b87bdd2203ae6" providerId="LiveId" clId="{1C23D5AB-BE3F-4964-BFD0-0588A5F70D55}" dt="2026-08-27T06:33:36.951" v="7" actId="700"/>
          <ac:spMkLst>
            <pc:docMk/>
            <pc:sldMk cId="1135327569" sldId="333"/>
            <ac:spMk id="2" creationId="{D2FF8278-E66C-5D68-5CC1-A25641ACD302}"/>
          </ac:spMkLst>
        </pc:spChg>
        <pc:spChg chg="del">
          <ac:chgData name="Наиля Мавлюдова" userId="946b87bdd2203ae6" providerId="LiveId" clId="{1C23D5AB-BE3F-4964-BFD0-0588A5F70D55}" dt="2026-08-27T06:33:36.951" v="7" actId="700"/>
          <ac:spMkLst>
            <pc:docMk/>
            <pc:sldMk cId="1135327569" sldId="333"/>
            <ac:spMk id="3" creationId="{D5D5BAF1-22E6-F39F-E589-F5B39B8D9F4F}"/>
          </ac:spMkLst>
        </pc:spChg>
        <pc:spChg chg="add mod">
          <ac:chgData name="Наиля Мавлюдова" userId="946b87bdd2203ae6" providerId="LiveId" clId="{1C23D5AB-BE3F-4964-BFD0-0588A5F70D55}" dt="2026-08-27T06:34:19.535" v="14" actId="207"/>
          <ac:spMkLst>
            <pc:docMk/>
            <pc:sldMk cId="1135327569" sldId="333"/>
            <ac:spMk id="9" creationId="{1EFB5E33-505C-FB4C-3094-8FF93A9EDE7C}"/>
          </ac:spMkLst>
        </pc:spChg>
        <pc:spChg chg="add mod">
          <ac:chgData name="Наиля Мавлюдова" userId="946b87bdd2203ae6" providerId="LiveId" clId="{1C23D5AB-BE3F-4964-BFD0-0588A5F70D55}" dt="2026-08-27T06:34:39.580" v="22" actId="20577"/>
          <ac:spMkLst>
            <pc:docMk/>
            <pc:sldMk cId="1135327569" sldId="333"/>
            <ac:spMk id="10" creationId="{3A333773-7BF5-9496-6766-3405EF46C2E0}"/>
          </ac:spMkLst>
        </pc:spChg>
        <pc:spChg chg="add mod">
          <ac:chgData name="Наиля Мавлюдова" userId="946b87bdd2203ae6" providerId="LiveId" clId="{1C23D5AB-BE3F-4964-BFD0-0588A5F70D55}" dt="2026-08-27T06:35:16.881" v="28" actId="1076"/>
          <ac:spMkLst>
            <pc:docMk/>
            <pc:sldMk cId="1135327569" sldId="333"/>
            <ac:spMk id="11" creationId="{D656F0F4-9486-3D67-4735-C86ACA050176}"/>
          </ac:spMkLst>
        </pc:spChg>
        <pc:spChg chg="add mod">
          <ac:chgData name="Наиля Мавлюдова" userId="946b87bdd2203ae6" providerId="LiveId" clId="{1C23D5AB-BE3F-4964-BFD0-0588A5F70D55}" dt="2026-08-27T06:35:16.881" v="28" actId="1076"/>
          <ac:spMkLst>
            <pc:docMk/>
            <pc:sldMk cId="1135327569" sldId="333"/>
            <ac:spMk id="12" creationId="{B58AC608-9D48-FB94-F6D4-59480AA4F06A}"/>
          </ac:spMkLst>
        </pc:spChg>
        <pc:spChg chg="add mod ord">
          <ac:chgData name="Наиля Мавлюдова" userId="946b87bdd2203ae6" providerId="LiveId" clId="{1C23D5AB-BE3F-4964-BFD0-0588A5F70D55}" dt="2026-08-27T06:35:43.799" v="35" actId="207"/>
          <ac:spMkLst>
            <pc:docMk/>
            <pc:sldMk cId="1135327569" sldId="333"/>
            <ac:spMk id="13" creationId="{AF6F2F49-7DEC-CCF2-8D8C-806559259731}"/>
          </ac:spMkLst>
        </pc:spChg>
        <pc:spChg chg="add mod">
          <ac:chgData name="Наиля Мавлюдова" userId="946b87bdd2203ae6" providerId="LiveId" clId="{1C23D5AB-BE3F-4964-BFD0-0588A5F70D55}" dt="2026-08-27T06:36:10.411" v="42" actId="1076"/>
          <ac:spMkLst>
            <pc:docMk/>
            <pc:sldMk cId="1135327569" sldId="333"/>
            <ac:spMk id="14" creationId="{FDA966EB-59A4-CC66-28CC-3E15B8DE9B92}"/>
          </ac:spMkLst>
        </pc:spChg>
        <pc:spChg chg="add mod">
          <ac:chgData name="Наиля Мавлюдова" userId="946b87bdd2203ae6" providerId="LiveId" clId="{1C23D5AB-BE3F-4964-BFD0-0588A5F70D55}" dt="2026-08-27T06:36:15.533" v="43" actId="20577"/>
          <ac:spMkLst>
            <pc:docMk/>
            <pc:sldMk cId="1135327569" sldId="333"/>
            <ac:spMk id="15" creationId="{E86ADB7B-69BB-D325-5794-9BCE24A71013}"/>
          </ac:spMkLst>
        </pc:spChg>
        <pc:spChg chg="add mod">
          <ac:chgData name="Наиля Мавлюдова" userId="946b87bdd2203ae6" providerId="LiveId" clId="{1C23D5AB-BE3F-4964-BFD0-0588A5F70D55}" dt="2026-08-27T06:37:17.385" v="52" actId="14100"/>
          <ac:spMkLst>
            <pc:docMk/>
            <pc:sldMk cId="1135327569" sldId="333"/>
            <ac:spMk id="16" creationId="{F181CF8C-2FE0-1AB1-6005-CBBCF8EC82A5}"/>
          </ac:spMkLst>
        </pc:spChg>
        <pc:spChg chg="add mod">
          <ac:chgData name="Наиля Мавлюдова" userId="946b87bdd2203ae6" providerId="LiveId" clId="{1C23D5AB-BE3F-4964-BFD0-0588A5F70D55}" dt="2026-08-27T06:37:19.051" v="53" actId="1076"/>
          <ac:spMkLst>
            <pc:docMk/>
            <pc:sldMk cId="1135327569" sldId="333"/>
            <ac:spMk id="17" creationId="{9802ED5D-9283-6855-3DA1-52D7ACB7A31D}"/>
          </ac:spMkLst>
        </pc:spChg>
        <pc:spChg chg="add mod">
          <ac:chgData name="Наиля Мавлюдова" userId="946b87bdd2203ae6" providerId="LiveId" clId="{1C23D5AB-BE3F-4964-BFD0-0588A5F70D55}" dt="2026-08-27T06:37:32.261" v="56" actId="207"/>
          <ac:spMkLst>
            <pc:docMk/>
            <pc:sldMk cId="1135327569" sldId="333"/>
            <ac:spMk id="18" creationId="{068EB8DC-BBF4-AD75-30C6-EC3CE6EC5689}"/>
          </ac:spMkLst>
        </pc:spChg>
        <pc:spChg chg="add mod">
          <ac:chgData name="Наиля Мавлюдова" userId="946b87bdd2203ae6" providerId="LiveId" clId="{1C23D5AB-BE3F-4964-BFD0-0588A5F70D55}" dt="2026-08-27T06:41:40.894" v="121" actId="14100"/>
          <ac:spMkLst>
            <pc:docMk/>
            <pc:sldMk cId="1135327569" sldId="333"/>
            <ac:spMk id="19" creationId="{DA734363-F101-67D3-88E8-8C10D5E8155C}"/>
          </ac:spMkLst>
        </pc:spChg>
        <pc:grpChg chg="add mod">
          <ac:chgData name="Наиля Мавлюдова" userId="946b87bdd2203ae6" providerId="LiveId" clId="{1C23D5AB-BE3F-4964-BFD0-0588A5F70D55}" dt="2026-08-27T06:33:37.670" v="8"/>
          <ac:grpSpMkLst>
            <pc:docMk/>
            <pc:sldMk cId="1135327569" sldId="333"/>
            <ac:grpSpMk id="5" creationId="{62B11533-F8CC-4715-D87C-01D1B37A8E31}"/>
          </ac:grpSpMkLst>
        </pc:grpChg>
        <pc:picChg chg="add mod">
          <ac:chgData name="Наиля Мавлюдова" userId="946b87bdd2203ae6" providerId="LiveId" clId="{1C23D5AB-BE3F-4964-BFD0-0588A5F70D55}" dt="2026-08-27T06:33:37.670" v="8"/>
          <ac:picMkLst>
            <pc:docMk/>
            <pc:sldMk cId="1135327569" sldId="333"/>
            <ac:picMk id="4" creationId="{B87256FD-4EC7-8F4E-FEF9-3C89DA289DFD}"/>
          </ac:picMkLst>
        </pc:picChg>
        <pc:cxnChg chg="mod">
          <ac:chgData name="Наиля Мавлюдова" userId="946b87bdd2203ae6" providerId="LiveId" clId="{1C23D5AB-BE3F-4964-BFD0-0588A5F70D55}" dt="2026-08-27T06:33:37.670" v="8"/>
          <ac:cxnSpMkLst>
            <pc:docMk/>
            <pc:sldMk cId="1135327569" sldId="333"/>
            <ac:cxnSpMk id="6" creationId="{062834CA-00FE-AF52-5AA6-638B8291088A}"/>
          </ac:cxnSpMkLst>
        </pc:cxnChg>
        <pc:cxnChg chg="mod">
          <ac:chgData name="Наиля Мавлюдова" userId="946b87bdd2203ae6" providerId="LiveId" clId="{1C23D5AB-BE3F-4964-BFD0-0588A5F70D55}" dt="2026-08-27T06:33:37.670" v="8"/>
          <ac:cxnSpMkLst>
            <pc:docMk/>
            <pc:sldMk cId="1135327569" sldId="333"/>
            <ac:cxnSpMk id="7" creationId="{78429776-51D8-17A3-B2B4-A077E426F689}"/>
          </ac:cxnSpMkLst>
        </pc:cxnChg>
        <pc:cxnChg chg="mod">
          <ac:chgData name="Наиля Мавлюдова" userId="946b87bdd2203ae6" providerId="LiveId" clId="{1C23D5AB-BE3F-4964-BFD0-0588A5F70D55}" dt="2026-08-27T06:33:37.670" v="8"/>
          <ac:cxnSpMkLst>
            <pc:docMk/>
            <pc:sldMk cId="1135327569" sldId="333"/>
            <ac:cxnSpMk id="8" creationId="{AF7D293E-3ADF-DDCC-CFF1-1033F89C2D30}"/>
          </ac:cxnSpMkLst>
        </pc:cxnChg>
      </pc:sldChg>
      <pc:sldChg chg="addSp modSp new mod">
        <pc:chgData name="Наиля Мавлюдова" userId="946b87bdd2203ae6" providerId="LiveId" clId="{1C23D5AB-BE3F-4964-BFD0-0588A5F70D55}" dt="2026-08-27T06:42:07.390" v="129" actId="14100"/>
        <pc:sldMkLst>
          <pc:docMk/>
          <pc:sldMk cId="2246961913" sldId="334"/>
        </pc:sldMkLst>
        <pc:spChg chg="add mod">
          <ac:chgData name="Наиля Мавлюдова" userId="946b87bdd2203ae6" providerId="LiveId" clId="{1C23D5AB-BE3F-4964-BFD0-0588A5F70D55}" dt="2026-08-27T06:38:02.075" v="63" actId="1076"/>
          <ac:spMkLst>
            <pc:docMk/>
            <pc:sldMk cId="2246961913" sldId="334"/>
            <ac:spMk id="2" creationId="{8763937B-0DA6-19C9-2CB1-3C686BB28D2D}"/>
          </ac:spMkLst>
        </pc:spChg>
        <pc:spChg chg="add mod">
          <ac:chgData name="Наиля Мавлюдова" userId="946b87bdd2203ae6" providerId="LiveId" clId="{1C23D5AB-BE3F-4964-BFD0-0588A5F70D55}" dt="2026-08-27T06:38:20.377" v="71" actId="20577"/>
          <ac:spMkLst>
            <pc:docMk/>
            <pc:sldMk cId="2246961913" sldId="334"/>
            <ac:spMk id="8" creationId="{9526EF8B-34F9-17D2-3CE0-1F12882489BD}"/>
          </ac:spMkLst>
        </pc:spChg>
        <pc:spChg chg="add mod">
          <ac:chgData name="Наиля Мавлюдова" userId="946b87bdd2203ae6" providerId="LiveId" clId="{1C23D5AB-BE3F-4964-BFD0-0588A5F70D55}" dt="2026-08-27T06:38:53.964" v="78" actId="1076"/>
          <ac:spMkLst>
            <pc:docMk/>
            <pc:sldMk cId="2246961913" sldId="334"/>
            <ac:spMk id="9" creationId="{57E8C2FD-8D25-629D-84DD-7B2734F4EC9C}"/>
          </ac:spMkLst>
        </pc:spChg>
        <pc:spChg chg="add mod">
          <ac:chgData name="Наиля Мавлюдова" userId="946b87bdd2203ae6" providerId="LiveId" clId="{1C23D5AB-BE3F-4964-BFD0-0588A5F70D55}" dt="2026-08-27T06:40:31.266" v="99" actId="14100"/>
          <ac:spMkLst>
            <pc:docMk/>
            <pc:sldMk cId="2246961913" sldId="334"/>
            <ac:spMk id="10" creationId="{DA589D98-9BBD-0B78-B0F2-36869F1E91D3}"/>
          </ac:spMkLst>
        </pc:spChg>
        <pc:spChg chg="add mod">
          <ac:chgData name="Наиля Мавлюдова" userId="946b87bdd2203ae6" providerId="LiveId" clId="{1C23D5AB-BE3F-4964-BFD0-0588A5F70D55}" dt="2026-08-27T06:38:59.951" v="80" actId="14100"/>
          <ac:spMkLst>
            <pc:docMk/>
            <pc:sldMk cId="2246961913" sldId="334"/>
            <ac:spMk id="11" creationId="{806ECECD-0B07-ED5C-B194-0F676A70E6C2}"/>
          </ac:spMkLst>
        </pc:spChg>
        <pc:spChg chg="add mod">
          <ac:chgData name="Наиля Мавлюдова" userId="946b87bdd2203ae6" providerId="LiveId" clId="{1C23D5AB-BE3F-4964-BFD0-0588A5F70D55}" dt="2026-08-27T06:38:53.964" v="78" actId="1076"/>
          <ac:spMkLst>
            <pc:docMk/>
            <pc:sldMk cId="2246961913" sldId="334"/>
            <ac:spMk id="12" creationId="{539AC1F7-9AF3-0338-3890-D40BD03BB18A}"/>
          </ac:spMkLst>
        </pc:spChg>
        <pc:spChg chg="add mod">
          <ac:chgData name="Наиля Мавлюдова" userId="946b87bdd2203ae6" providerId="LiveId" clId="{1C23D5AB-BE3F-4964-BFD0-0588A5F70D55}" dt="2026-08-27T06:40:29.134" v="98" actId="14100"/>
          <ac:spMkLst>
            <pc:docMk/>
            <pc:sldMk cId="2246961913" sldId="334"/>
            <ac:spMk id="13" creationId="{E713D937-6339-15A1-3CEF-2823369E692D}"/>
          </ac:spMkLst>
        </pc:spChg>
        <pc:spChg chg="add mod">
          <ac:chgData name="Наиля Мавлюдова" userId="946b87bdd2203ae6" providerId="LiveId" clId="{1C23D5AB-BE3F-4964-BFD0-0588A5F70D55}" dt="2026-08-27T06:39:06.978" v="84" actId="6549"/>
          <ac:spMkLst>
            <pc:docMk/>
            <pc:sldMk cId="2246961913" sldId="334"/>
            <ac:spMk id="14" creationId="{DCA8E649-59F6-6441-DC22-A4E7B52B93FE}"/>
          </ac:spMkLst>
        </pc:spChg>
        <pc:spChg chg="add mod">
          <ac:chgData name="Наиля Мавлюдова" userId="946b87bdd2203ae6" providerId="LiveId" clId="{1C23D5AB-BE3F-4964-BFD0-0588A5F70D55}" dt="2026-08-27T06:40:38.014" v="102" actId="403"/>
          <ac:spMkLst>
            <pc:docMk/>
            <pc:sldMk cId="2246961913" sldId="334"/>
            <ac:spMk id="15" creationId="{D2DC483F-CBCD-1C10-8BFE-7EA4663DB801}"/>
          </ac:spMkLst>
        </pc:spChg>
        <pc:spChg chg="add mod">
          <ac:chgData name="Наиля Мавлюдова" userId="946b87bdd2203ae6" providerId="LiveId" clId="{1C23D5AB-BE3F-4964-BFD0-0588A5F70D55}" dt="2026-08-27T06:42:07.390" v="129" actId="14100"/>
          <ac:spMkLst>
            <pc:docMk/>
            <pc:sldMk cId="2246961913" sldId="334"/>
            <ac:spMk id="16" creationId="{A32B0CBC-DACE-AC9F-0572-BCB44FD4A060}"/>
          </ac:spMkLst>
        </pc:spChg>
        <pc:spChg chg="add mod">
          <ac:chgData name="Наиля Мавлюдова" userId="946b87bdd2203ae6" providerId="LiveId" clId="{1C23D5AB-BE3F-4964-BFD0-0588A5F70D55}" dt="2026-08-27T06:41:26.736" v="120" actId="113"/>
          <ac:spMkLst>
            <pc:docMk/>
            <pc:sldMk cId="2246961913" sldId="334"/>
            <ac:spMk id="17" creationId="{125180D5-096F-A3CB-5EAA-58A17B7B64D9}"/>
          </ac:spMkLst>
        </pc:spChg>
        <pc:spChg chg="add mod">
          <ac:chgData name="Наиля Мавлюдова" userId="946b87bdd2203ae6" providerId="LiveId" clId="{1C23D5AB-BE3F-4964-BFD0-0588A5F70D55}" dt="2026-08-27T06:41:16.604" v="119" actId="1076"/>
          <ac:spMkLst>
            <pc:docMk/>
            <pc:sldMk cId="2246961913" sldId="334"/>
            <ac:spMk id="18" creationId="{8B84B45E-A963-95C2-21A1-71853CF04107}"/>
          </ac:spMkLst>
        </pc:spChg>
        <pc:spChg chg="add mod ord">
          <ac:chgData name="Наиля Мавлюдова" userId="946b87bdd2203ae6" providerId="LiveId" clId="{1C23D5AB-BE3F-4964-BFD0-0588A5F70D55}" dt="2026-08-27T06:41:54.737" v="127" actId="167"/>
          <ac:spMkLst>
            <pc:docMk/>
            <pc:sldMk cId="2246961913" sldId="334"/>
            <ac:spMk id="19" creationId="{0A733CB0-651E-ABFF-7C06-FEBCACA34F90}"/>
          </ac:spMkLst>
        </pc:spChg>
        <pc:grpChg chg="add mod">
          <ac:chgData name="Наиля Мавлюдова" userId="946b87bdd2203ae6" providerId="LiveId" clId="{1C23D5AB-BE3F-4964-BFD0-0588A5F70D55}" dt="2026-08-27T06:37:49.055" v="58"/>
          <ac:grpSpMkLst>
            <pc:docMk/>
            <pc:sldMk cId="2246961913" sldId="334"/>
            <ac:grpSpMk id="4" creationId="{55881DA9-5855-5860-D015-88A505671E28}"/>
          </ac:grpSpMkLst>
        </pc:grpChg>
        <pc:picChg chg="add mod ord">
          <ac:chgData name="Наиля Мавлюдова" userId="946b87bdd2203ae6" providerId="LiveId" clId="{1C23D5AB-BE3F-4964-BFD0-0588A5F70D55}" dt="2026-08-27T06:41:49.793" v="125" actId="166"/>
          <ac:picMkLst>
            <pc:docMk/>
            <pc:sldMk cId="2246961913" sldId="334"/>
            <ac:picMk id="3" creationId="{90354088-9327-476C-C688-023CB5070131}"/>
          </ac:picMkLst>
        </pc:picChg>
        <pc:cxnChg chg="mod">
          <ac:chgData name="Наиля Мавлюдова" userId="946b87bdd2203ae6" providerId="LiveId" clId="{1C23D5AB-BE3F-4964-BFD0-0588A5F70D55}" dt="2026-08-27T06:37:49.055" v="58"/>
          <ac:cxnSpMkLst>
            <pc:docMk/>
            <pc:sldMk cId="2246961913" sldId="334"/>
            <ac:cxnSpMk id="5" creationId="{A83AA0EA-D3C1-6EDA-C8A1-88FD3B5A0B66}"/>
          </ac:cxnSpMkLst>
        </pc:cxnChg>
        <pc:cxnChg chg="mod">
          <ac:chgData name="Наиля Мавлюдова" userId="946b87bdd2203ae6" providerId="LiveId" clId="{1C23D5AB-BE3F-4964-BFD0-0588A5F70D55}" dt="2026-08-27T06:37:49.055" v="58"/>
          <ac:cxnSpMkLst>
            <pc:docMk/>
            <pc:sldMk cId="2246961913" sldId="334"/>
            <ac:cxnSpMk id="6" creationId="{633F081B-5D5E-3248-ADD3-83C0F4082F4F}"/>
          </ac:cxnSpMkLst>
        </pc:cxnChg>
        <pc:cxnChg chg="mod">
          <ac:chgData name="Наиля Мавлюдова" userId="946b87bdd2203ae6" providerId="LiveId" clId="{1C23D5AB-BE3F-4964-BFD0-0588A5F70D55}" dt="2026-08-27T06:37:49.055" v="58"/>
          <ac:cxnSpMkLst>
            <pc:docMk/>
            <pc:sldMk cId="2246961913" sldId="334"/>
            <ac:cxnSpMk id="7" creationId="{D237C41A-3A75-7FBE-1342-E139561FE3DC}"/>
          </ac:cxnSpMkLst>
        </pc:cxnChg>
      </pc:sldChg>
      <pc:sldChg chg="addSp modSp new mod">
        <pc:chgData name="Наиля Мавлюдова" userId="946b87bdd2203ae6" providerId="LiveId" clId="{1C23D5AB-BE3F-4964-BFD0-0588A5F70D55}" dt="2026-08-27T06:45:41.568" v="188" actId="207"/>
        <pc:sldMkLst>
          <pc:docMk/>
          <pc:sldMk cId="3241662478" sldId="335"/>
        </pc:sldMkLst>
        <pc:spChg chg="add mod">
          <ac:chgData name="Наиля Мавлюдова" userId="946b87bdd2203ae6" providerId="LiveId" clId="{1C23D5AB-BE3F-4964-BFD0-0588A5F70D55}" dt="2026-08-27T06:42:49.545" v="140" actId="1076"/>
          <ac:spMkLst>
            <pc:docMk/>
            <pc:sldMk cId="3241662478" sldId="335"/>
            <ac:spMk id="2" creationId="{EECE591A-FA84-963B-DB22-7AE1AD55FEDC}"/>
          </ac:spMkLst>
        </pc:spChg>
        <pc:spChg chg="add mod">
          <ac:chgData name="Наиля Мавлюдова" userId="946b87bdd2203ae6" providerId="LiveId" clId="{1C23D5AB-BE3F-4964-BFD0-0588A5F70D55}" dt="2026-08-27T06:43:10.790" v="148" actId="20577"/>
          <ac:spMkLst>
            <pc:docMk/>
            <pc:sldMk cId="3241662478" sldId="335"/>
            <ac:spMk id="8" creationId="{D8E7E89D-2574-3129-CF22-45ED4EEBCCEF}"/>
          </ac:spMkLst>
        </pc:spChg>
        <pc:spChg chg="add mod">
          <ac:chgData name="Наиля Мавлюдова" userId="946b87bdd2203ae6" providerId="LiveId" clId="{1C23D5AB-BE3F-4964-BFD0-0588A5F70D55}" dt="2026-08-27T06:43:37.644" v="156" actId="1076"/>
          <ac:spMkLst>
            <pc:docMk/>
            <pc:sldMk cId="3241662478" sldId="335"/>
            <ac:spMk id="9" creationId="{8416B7B3-C7F6-77E9-DCD9-C2B1CC48E4C7}"/>
          </ac:spMkLst>
        </pc:spChg>
        <pc:spChg chg="add mod">
          <ac:chgData name="Наиля Мавлюдова" userId="946b87bdd2203ae6" providerId="LiveId" clId="{1C23D5AB-BE3F-4964-BFD0-0588A5F70D55}" dt="2026-08-27T06:43:58.600" v="164" actId="14100"/>
          <ac:spMkLst>
            <pc:docMk/>
            <pc:sldMk cId="3241662478" sldId="335"/>
            <ac:spMk id="10" creationId="{88E08A35-B0A8-53B1-5127-1DBCB85CA26B}"/>
          </ac:spMkLst>
        </pc:spChg>
        <pc:spChg chg="add mod">
          <ac:chgData name="Наиля Мавлюдова" userId="946b87bdd2203ae6" providerId="LiveId" clId="{1C23D5AB-BE3F-4964-BFD0-0588A5F70D55}" dt="2026-08-27T06:45:04.411" v="182" actId="122"/>
          <ac:spMkLst>
            <pc:docMk/>
            <pc:sldMk cId="3241662478" sldId="335"/>
            <ac:spMk id="11" creationId="{5524DD08-ABD5-BDF4-6F34-58659C088E0B}"/>
          </ac:spMkLst>
        </pc:spChg>
        <pc:spChg chg="add mod">
          <ac:chgData name="Наиля Мавлюдова" userId="946b87bdd2203ae6" providerId="LiveId" clId="{1C23D5AB-BE3F-4964-BFD0-0588A5F70D55}" dt="2026-08-27T06:45:41.568" v="188" actId="207"/>
          <ac:spMkLst>
            <pc:docMk/>
            <pc:sldMk cId="3241662478" sldId="335"/>
            <ac:spMk id="12" creationId="{97C1EA6A-C4F5-3B37-A0F1-DFBC340B89D5}"/>
          </ac:spMkLst>
        </pc:spChg>
        <pc:spChg chg="add mod">
          <ac:chgData name="Наиля Мавлюдова" userId="946b87bdd2203ae6" providerId="LiveId" clId="{1C23D5AB-BE3F-4964-BFD0-0588A5F70D55}" dt="2026-08-27T06:45:02.878" v="181" actId="1076"/>
          <ac:spMkLst>
            <pc:docMk/>
            <pc:sldMk cId="3241662478" sldId="335"/>
            <ac:spMk id="13" creationId="{D97B78FC-C02A-4591-A488-801558702B00}"/>
          </ac:spMkLst>
        </pc:spChg>
        <pc:spChg chg="add mod">
          <ac:chgData name="Наиля Мавлюдова" userId="946b87bdd2203ae6" providerId="LiveId" clId="{1C23D5AB-BE3F-4964-BFD0-0588A5F70D55}" dt="2026-08-27T06:44:57.266" v="178" actId="1076"/>
          <ac:spMkLst>
            <pc:docMk/>
            <pc:sldMk cId="3241662478" sldId="335"/>
            <ac:spMk id="14" creationId="{B98F6C81-9F8C-50C8-8422-776B308E763C}"/>
          </ac:spMkLst>
        </pc:spChg>
        <pc:spChg chg="add mod">
          <ac:chgData name="Наиля Мавлюдова" userId="946b87bdd2203ae6" providerId="LiveId" clId="{1C23D5AB-BE3F-4964-BFD0-0588A5F70D55}" dt="2026-08-27T06:45:41.568" v="188" actId="207"/>
          <ac:spMkLst>
            <pc:docMk/>
            <pc:sldMk cId="3241662478" sldId="335"/>
            <ac:spMk id="15" creationId="{7ADA6329-028D-E10E-5010-BE81059696FF}"/>
          </ac:spMkLst>
        </pc:spChg>
        <pc:spChg chg="add mod">
          <ac:chgData name="Наиля Мавлюдова" userId="946b87bdd2203ae6" providerId="LiveId" clId="{1C23D5AB-BE3F-4964-BFD0-0588A5F70D55}" dt="2026-08-27T06:44:55.232" v="177" actId="1076"/>
          <ac:spMkLst>
            <pc:docMk/>
            <pc:sldMk cId="3241662478" sldId="335"/>
            <ac:spMk id="16" creationId="{6C7D4483-0B41-5A28-3655-E92FD906FDBA}"/>
          </ac:spMkLst>
        </pc:spChg>
        <pc:spChg chg="add mod">
          <ac:chgData name="Наиля Мавлюдова" userId="946b87bdd2203ae6" providerId="LiveId" clId="{1C23D5AB-BE3F-4964-BFD0-0588A5F70D55}" dt="2026-08-27T06:44:51.765" v="176" actId="1076"/>
          <ac:spMkLst>
            <pc:docMk/>
            <pc:sldMk cId="3241662478" sldId="335"/>
            <ac:spMk id="17" creationId="{1179098A-1E2C-715B-5191-81428E78E877}"/>
          </ac:spMkLst>
        </pc:spChg>
        <pc:spChg chg="add mod">
          <ac:chgData name="Наиля Мавлюдова" userId="946b87bdd2203ae6" providerId="LiveId" clId="{1C23D5AB-BE3F-4964-BFD0-0588A5F70D55}" dt="2026-08-27T06:45:41.568" v="188" actId="207"/>
          <ac:spMkLst>
            <pc:docMk/>
            <pc:sldMk cId="3241662478" sldId="335"/>
            <ac:spMk id="18" creationId="{BC68894C-CBEB-CBC4-B9FD-3E1304F7B7DB}"/>
          </ac:spMkLst>
        </pc:spChg>
        <pc:spChg chg="add mod">
          <ac:chgData name="Наиля Мавлюдова" userId="946b87bdd2203ae6" providerId="LiveId" clId="{1C23D5AB-BE3F-4964-BFD0-0588A5F70D55}" dt="2026-08-27T06:44:47.006" v="175" actId="1076"/>
          <ac:spMkLst>
            <pc:docMk/>
            <pc:sldMk cId="3241662478" sldId="335"/>
            <ac:spMk id="19" creationId="{E44D12A7-AD7F-C9F1-FCF3-2CEAC1867DD9}"/>
          </ac:spMkLst>
        </pc:spChg>
        <pc:spChg chg="add mod">
          <ac:chgData name="Наиля Мавлюдова" userId="946b87bdd2203ae6" providerId="LiveId" clId="{1C23D5AB-BE3F-4964-BFD0-0588A5F70D55}" dt="2026-08-27T06:44:44.138" v="174" actId="1076"/>
          <ac:spMkLst>
            <pc:docMk/>
            <pc:sldMk cId="3241662478" sldId="335"/>
            <ac:spMk id="20" creationId="{6E9B37CA-62E0-3B29-F2CB-C648207460C4}"/>
          </ac:spMkLst>
        </pc:spChg>
        <pc:spChg chg="add mod">
          <ac:chgData name="Наиля Мавлюдова" userId="946b87bdd2203ae6" providerId="LiveId" clId="{1C23D5AB-BE3F-4964-BFD0-0588A5F70D55}" dt="2026-08-27T06:45:41.568" v="188" actId="207"/>
          <ac:spMkLst>
            <pc:docMk/>
            <pc:sldMk cId="3241662478" sldId="335"/>
            <ac:spMk id="21" creationId="{E619E684-B61D-D972-A10A-E346B773EB0A}"/>
          </ac:spMkLst>
        </pc:spChg>
        <pc:spChg chg="add mod">
          <ac:chgData name="Наиля Мавлюдова" userId="946b87bdd2203ae6" providerId="LiveId" clId="{1C23D5AB-BE3F-4964-BFD0-0588A5F70D55}" dt="2026-08-27T06:44:39.964" v="173" actId="1076"/>
          <ac:spMkLst>
            <pc:docMk/>
            <pc:sldMk cId="3241662478" sldId="335"/>
            <ac:spMk id="22" creationId="{EC18FC1F-5504-FE2F-E926-CBD28601B501}"/>
          </ac:spMkLst>
        </pc:spChg>
        <pc:spChg chg="add mod">
          <ac:chgData name="Наиля Мавлюдова" userId="946b87bdd2203ae6" providerId="LiveId" clId="{1C23D5AB-BE3F-4964-BFD0-0588A5F70D55}" dt="2026-08-27T06:45:10.345" v="183" actId="1076"/>
          <ac:spMkLst>
            <pc:docMk/>
            <pc:sldMk cId="3241662478" sldId="335"/>
            <ac:spMk id="23" creationId="{14265DF9-D315-AE3D-520F-345376E825AF}"/>
          </ac:spMkLst>
        </pc:spChg>
        <pc:spChg chg="add mod ord">
          <ac:chgData name="Наиля Мавлюдова" userId="946b87bdd2203ae6" providerId="LiveId" clId="{1C23D5AB-BE3F-4964-BFD0-0588A5F70D55}" dt="2026-08-27T06:45:23.255" v="187" actId="167"/>
          <ac:spMkLst>
            <pc:docMk/>
            <pc:sldMk cId="3241662478" sldId="335"/>
            <ac:spMk id="24" creationId="{F778BFA1-7BD5-4E0A-ACDF-121F67CE9D3E}"/>
          </ac:spMkLst>
        </pc:spChg>
        <pc:grpChg chg="add mod">
          <ac:chgData name="Наиля Мавлюдова" userId="946b87bdd2203ae6" providerId="LiveId" clId="{1C23D5AB-BE3F-4964-BFD0-0588A5F70D55}" dt="2026-08-27T06:42:46.806" v="139"/>
          <ac:grpSpMkLst>
            <pc:docMk/>
            <pc:sldMk cId="3241662478" sldId="335"/>
            <ac:grpSpMk id="3" creationId="{D50C7544-5AB7-C38E-F167-F956483034EA}"/>
          </ac:grpSpMkLst>
        </pc:grpChg>
        <pc:picChg chg="add mod">
          <ac:chgData name="Наиля Мавлюдова" userId="946b87bdd2203ae6" providerId="LiveId" clId="{1C23D5AB-BE3F-4964-BFD0-0588A5F70D55}" dt="2026-08-27T06:42:46.806" v="139"/>
          <ac:picMkLst>
            <pc:docMk/>
            <pc:sldMk cId="3241662478" sldId="335"/>
            <ac:picMk id="7" creationId="{0E5F7483-BA95-C670-47B3-BB768896A698}"/>
          </ac:picMkLst>
        </pc:picChg>
        <pc:cxnChg chg="mod">
          <ac:chgData name="Наиля Мавлюдова" userId="946b87bdd2203ae6" providerId="LiveId" clId="{1C23D5AB-BE3F-4964-BFD0-0588A5F70D55}" dt="2026-08-27T06:42:46.806" v="139"/>
          <ac:cxnSpMkLst>
            <pc:docMk/>
            <pc:sldMk cId="3241662478" sldId="335"/>
            <ac:cxnSpMk id="4" creationId="{13D493CA-370B-DF09-DE38-BAC7EFF37583}"/>
          </ac:cxnSpMkLst>
        </pc:cxnChg>
        <pc:cxnChg chg="mod">
          <ac:chgData name="Наиля Мавлюдова" userId="946b87bdd2203ae6" providerId="LiveId" clId="{1C23D5AB-BE3F-4964-BFD0-0588A5F70D55}" dt="2026-08-27T06:42:46.806" v="139"/>
          <ac:cxnSpMkLst>
            <pc:docMk/>
            <pc:sldMk cId="3241662478" sldId="335"/>
            <ac:cxnSpMk id="5" creationId="{1F946890-9076-4088-292C-9FC94A1926D9}"/>
          </ac:cxnSpMkLst>
        </pc:cxnChg>
        <pc:cxnChg chg="mod">
          <ac:chgData name="Наиля Мавлюдова" userId="946b87bdd2203ae6" providerId="LiveId" clId="{1C23D5AB-BE3F-4964-BFD0-0588A5F70D55}" dt="2026-08-27T06:42:46.806" v="139"/>
          <ac:cxnSpMkLst>
            <pc:docMk/>
            <pc:sldMk cId="3241662478" sldId="335"/>
            <ac:cxnSpMk id="6" creationId="{A39799AE-29BF-5E75-D376-12E9F0269624}"/>
          </ac:cxnSpMkLst>
        </pc:cxnChg>
      </pc:sldChg>
      <pc:sldChg chg="addSp modSp new mod">
        <pc:chgData name="Наиля Мавлюдова" userId="946b87bdd2203ae6" providerId="LiveId" clId="{1C23D5AB-BE3F-4964-BFD0-0588A5F70D55}" dt="2026-08-27T06:50:27.503" v="274" actId="207"/>
        <pc:sldMkLst>
          <pc:docMk/>
          <pc:sldMk cId="756017327" sldId="336"/>
        </pc:sldMkLst>
        <pc:spChg chg="add mod">
          <ac:chgData name="Наиля Мавлюдова" userId="946b87bdd2203ae6" providerId="LiveId" clId="{1C23D5AB-BE3F-4964-BFD0-0588A5F70D55}" dt="2026-08-27T06:46:22.167" v="199" actId="1076"/>
          <ac:spMkLst>
            <pc:docMk/>
            <pc:sldMk cId="756017327" sldId="336"/>
            <ac:spMk id="2" creationId="{EA712A4A-4951-6E42-3CE9-C7842A960106}"/>
          </ac:spMkLst>
        </pc:spChg>
        <pc:spChg chg="add mod">
          <ac:chgData name="Наиля Мавлюдова" userId="946b87bdd2203ae6" providerId="LiveId" clId="{1C23D5AB-BE3F-4964-BFD0-0588A5F70D55}" dt="2026-08-27T06:46:50.101" v="217" actId="20577"/>
          <ac:spMkLst>
            <pc:docMk/>
            <pc:sldMk cId="756017327" sldId="336"/>
            <ac:spMk id="8" creationId="{511CEAF6-7332-6EDA-B9EF-1D1C572C411D}"/>
          </ac:spMkLst>
        </pc:spChg>
        <pc:spChg chg="add mod">
          <ac:chgData name="Наиля Мавлюдова" userId="946b87bdd2203ae6" providerId="LiveId" clId="{1C23D5AB-BE3F-4964-BFD0-0588A5F70D55}" dt="2026-08-27T06:50:24.039" v="272" actId="207"/>
          <ac:spMkLst>
            <pc:docMk/>
            <pc:sldMk cId="756017327" sldId="336"/>
            <ac:spMk id="9" creationId="{D5E15B04-0B9B-3749-8B0A-0703244FBABB}"/>
          </ac:spMkLst>
        </pc:spChg>
        <pc:spChg chg="add mod">
          <ac:chgData name="Наиля Мавлюдова" userId="946b87bdd2203ae6" providerId="LiveId" clId="{1C23D5AB-BE3F-4964-BFD0-0588A5F70D55}" dt="2026-08-27T06:47:24.460" v="222" actId="255"/>
          <ac:spMkLst>
            <pc:docMk/>
            <pc:sldMk cId="756017327" sldId="336"/>
            <ac:spMk id="10" creationId="{264EB5FE-DFF3-95E0-9CB3-49A3962AA357}"/>
          </ac:spMkLst>
        </pc:spChg>
        <pc:spChg chg="add mod">
          <ac:chgData name="Наиля Мавлюдова" userId="946b87bdd2203ae6" providerId="LiveId" clId="{1C23D5AB-BE3F-4964-BFD0-0588A5F70D55}" dt="2026-08-27T06:47:45.506" v="225" actId="14100"/>
          <ac:spMkLst>
            <pc:docMk/>
            <pc:sldMk cId="756017327" sldId="336"/>
            <ac:spMk id="11" creationId="{E7248228-717E-6594-ACB1-3A3559B310ED}"/>
          </ac:spMkLst>
        </pc:spChg>
        <pc:spChg chg="add mod">
          <ac:chgData name="Наиля Мавлюдова" userId="946b87bdd2203ae6" providerId="LiveId" clId="{1C23D5AB-BE3F-4964-BFD0-0588A5F70D55}" dt="2026-08-27T06:50:25.954" v="273" actId="207"/>
          <ac:spMkLst>
            <pc:docMk/>
            <pc:sldMk cId="756017327" sldId="336"/>
            <ac:spMk id="12" creationId="{F91DFAF6-906A-9A1F-FB4F-6301A92AE801}"/>
          </ac:spMkLst>
        </pc:spChg>
        <pc:spChg chg="add mod">
          <ac:chgData name="Наиля Мавлюдова" userId="946b87bdd2203ae6" providerId="LiveId" clId="{1C23D5AB-BE3F-4964-BFD0-0588A5F70D55}" dt="2026-08-27T06:48:03.806" v="230" actId="255"/>
          <ac:spMkLst>
            <pc:docMk/>
            <pc:sldMk cId="756017327" sldId="336"/>
            <ac:spMk id="13" creationId="{FD8C05F4-D8D0-4987-ECC9-EBE77429EF06}"/>
          </ac:spMkLst>
        </pc:spChg>
        <pc:spChg chg="add mod">
          <ac:chgData name="Наиля Мавлюдова" userId="946b87bdd2203ae6" providerId="LiveId" clId="{1C23D5AB-BE3F-4964-BFD0-0588A5F70D55}" dt="2026-08-27T06:48:31.511" v="236" actId="20577"/>
          <ac:spMkLst>
            <pc:docMk/>
            <pc:sldMk cId="756017327" sldId="336"/>
            <ac:spMk id="14" creationId="{CE423262-AB6D-BD9E-B01C-B6F9B6D84DD0}"/>
          </ac:spMkLst>
        </pc:spChg>
        <pc:spChg chg="add mod">
          <ac:chgData name="Наиля Мавлюдова" userId="946b87bdd2203ae6" providerId="LiveId" clId="{1C23D5AB-BE3F-4964-BFD0-0588A5F70D55}" dt="2026-08-27T06:50:27.503" v="274" actId="207"/>
          <ac:spMkLst>
            <pc:docMk/>
            <pc:sldMk cId="756017327" sldId="336"/>
            <ac:spMk id="15" creationId="{7492B063-6185-D798-173E-2FADA4C8A8D1}"/>
          </ac:spMkLst>
        </pc:spChg>
        <pc:spChg chg="add mod">
          <ac:chgData name="Наиля Мавлюдова" userId="946b87bdd2203ae6" providerId="LiveId" clId="{1C23D5AB-BE3F-4964-BFD0-0588A5F70D55}" dt="2026-08-27T06:50:05.772" v="268" actId="1076"/>
          <ac:spMkLst>
            <pc:docMk/>
            <pc:sldMk cId="756017327" sldId="336"/>
            <ac:spMk id="16" creationId="{1AB7B93B-B84C-DCD5-CF8D-207233D3C909}"/>
          </ac:spMkLst>
        </pc:spChg>
        <pc:spChg chg="add mod">
          <ac:chgData name="Наиля Мавлюдова" userId="946b87bdd2203ae6" providerId="LiveId" clId="{1C23D5AB-BE3F-4964-BFD0-0588A5F70D55}" dt="2026-08-27T06:50:13.404" v="271" actId="1076"/>
          <ac:spMkLst>
            <pc:docMk/>
            <pc:sldMk cId="756017327" sldId="336"/>
            <ac:spMk id="17" creationId="{20EE74CF-C41C-8617-F323-A69C3071240C}"/>
          </ac:spMkLst>
        </pc:spChg>
        <pc:grpChg chg="add mod">
          <ac:chgData name="Наиля Мавлюдова" userId="946b87bdd2203ae6" providerId="LiveId" clId="{1C23D5AB-BE3F-4964-BFD0-0588A5F70D55}" dt="2026-08-27T06:46:17.408" v="198"/>
          <ac:grpSpMkLst>
            <pc:docMk/>
            <pc:sldMk cId="756017327" sldId="336"/>
            <ac:grpSpMk id="3" creationId="{0996A9AD-4547-7236-0D3C-C2F0FDD17ACF}"/>
          </ac:grpSpMkLst>
        </pc:grpChg>
        <pc:picChg chg="add mod ord">
          <ac:chgData name="Наиля Мавлюдова" userId="946b87bdd2203ae6" providerId="LiveId" clId="{1C23D5AB-BE3F-4964-BFD0-0588A5F70D55}" dt="2026-08-27T06:49:00.246" v="242" actId="166"/>
          <ac:picMkLst>
            <pc:docMk/>
            <pc:sldMk cId="756017327" sldId="336"/>
            <ac:picMk id="7" creationId="{5D666F83-57D3-8916-ACE5-E416636429ED}"/>
          </ac:picMkLst>
        </pc:picChg>
        <pc:cxnChg chg="mod">
          <ac:chgData name="Наиля Мавлюдова" userId="946b87bdd2203ae6" providerId="LiveId" clId="{1C23D5AB-BE3F-4964-BFD0-0588A5F70D55}" dt="2026-08-27T06:46:17.408" v="198"/>
          <ac:cxnSpMkLst>
            <pc:docMk/>
            <pc:sldMk cId="756017327" sldId="336"/>
            <ac:cxnSpMk id="4" creationId="{DA0F374C-056C-B685-B6E0-5087BB21C4C0}"/>
          </ac:cxnSpMkLst>
        </pc:cxnChg>
        <pc:cxnChg chg="mod">
          <ac:chgData name="Наиля Мавлюдова" userId="946b87bdd2203ae6" providerId="LiveId" clId="{1C23D5AB-BE3F-4964-BFD0-0588A5F70D55}" dt="2026-08-27T06:46:17.408" v="198"/>
          <ac:cxnSpMkLst>
            <pc:docMk/>
            <pc:sldMk cId="756017327" sldId="336"/>
            <ac:cxnSpMk id="5" creationId="{E359F0B0-2965-FB1B-74A7-A330961D0113}"/>
          </ac:cxnSpMkLst>
        </pc:cxnChg>
        <pc:cxnChg chg="mod">
          <ac:chgData name="Наиля Мавлюдова" userId="946b87bdd2203ae6" providerId="LiveId" clId="{1C23D5AB-BE3F-4964-BFD0-0588A5F70D55}" dt="2026-08-27T06:46:17.408" v="198"/>
          <ac:cxnSpMkLst>
            <pc:docMk/>
            <pc:sldMk cId="756017327" sldId="336"/>
            <ac:cxnSpMk id="6" creationId="{EE669077-E55D-28DD-828E-4582DCCD13EA}"/>
          </ac:cxnSpMkLst>
        </pc:cxnChg>
      </pc:sldChg>
      <pc:sldChg chg="addSp delSp modSp new mod">
        <pc:chgData name="Наиля Мавлюдова" userId="946b87bdd2203ae6" providerId="LiveId" clId="{1C23D5AB-BE3F-4964-BFD0-0588A5F70D55}" dt="2026-08-27T06:54:43.793" v="347" actId="14100"/>
        <pc:sldMkLst>
          <pc:docMk/>
          <pc:sldMk cId="1923394315" sldId="337"/>
        </pc:sldMkLst>
        <pc:spChg chg="add mod">
          <ac:chgData name="Наиля Мавлюдова" userId="946b87bdd2203ae6" providerId="LiveId" clId="{1C23D5AB-BE3F-4964-BFD0-0588A5F70D55}" dt="2026-08-27T06:50:47.551" v="282" actId="1076"/>
          <ac:spMkLst>
            <pc:docMk/>
            <pc:sldMk cId="1923394315" sldId="337"/>
            <ac:spMk id="7" creationId="{60F92710-9002-B081-25A2-1DE62A87F810}"/>
          </ac:spMkLst>
        </pc:spChg>
        <pc:spChg chg="add mod">
          <ac:chgData name="Наиля Мавлюдова" userId="946b87bdd2203ae6" providerId="LiveId" clId="{1C23D5AB-BE3F-4964-BFD0-0588A5F70D55}" dt="2026-08-27T06:51:35.777" v="297" actId="20577"/>
          <ac:spMkLst>
            <pc:docMk/>
            <pc:sldMk cId="1923394315" sldId="337"/>
            <ac:spMk id="8" creationId="{67D209E5-9A4C-F758-801D-1C8ACCA6CE62}"/>
          </ac:spMkLst>
        </pc:spChg>
        <pc:spChg chg="add del mod">
          <ac:chgData name="Наиля Мавлюдова" userId="946b87bdd2203ae6" providerId="LiveId" clId="{1C23D5AB-BE3F-4964-BFD0-0588A5F70D55}" dt="2026-08-27T06:52:00.338" v="301" actId="478"/>
          <ac:spMkLst>
            <pc:docMk/>
            <pc:sldMk cId="1923394315" sldId="337"/>
            <ac:spMk id="9" creationId="{09E566BE-8394-6539-45BC-7999BE7CFB0A}"/>
          </ac:spMkLst>
        </pc:spChg>
        <pc:spChg chg="add mod">
          <ac:chgData name="Наиля Мавлюдова" userId="946b87bdd2203ae6" providerId="LiveId" clId="{1C23D5AB-BE3F-4964-BFD0-0588A5F70D55}" dt="2026-08-27T06:52:12.575" v="304" actId="1076"/>
          <ac:spMkLst>
            <pc:docMk/>
            <pc:sldMk cId="1923394315" sldId="337"/>
            <ac:spMk id="10" creationId="{7AA1C0AA-4C46-4203-683E-771895CCA6D8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1" creationId="{DD3E69B5-67E0-C51E-A7B6-6F1DDBEECB1C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2" creationId="{573E7EB8-283E-2630-7D30-ED3943E68C38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3" creationId="{114D427D-6DC4-F4EF-E96C-96020C10A804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4" creationId="{3BB2C568-7A31-E0B1-EC80-355481A83CCB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5" creationId="{54B7A6F9-B6C7-B35E-5782-0300F3BC2E46}"/>
          </ac:spMkLst>
        </pc:spChg>
        <pc:spChg chg="add mod">
          <ac:chgData name="Наиля Мавлюдова" userId="946b87bdd2203ae6" providerId="LiveId" clId="{1C23D5AB-BE3F-4964-BFD0-0588A5F70D55}" dt="2026-08-27T06:52:33.023" v="306" actId="1076"/>
          <ac:spMkLst>
            <pc:docMk/>
            <pc:sldMk cId="1923394315" sldId="337"/>
            <ac:spMk id="16" creationId="{A774DEEC-12C7-BFE5-14AB-AD66B0CF494D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7" creationId="{DB452F1A-293F-DCC3-721E-5E4F2D4558BB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8" creationId="{824EFFD9-70C7-9405-E215-950B86B2E801}"/>
          </ac:spMkLst>
        </pc:spChg>
        <pc:spChg chg="add mod">
          <ac:chgData name="Наиля Мавлюдова" userId="946b87bdd2203ae6" providerId="LiveId" clId="{1C23D5AB-BE3F-4964-BFD0-0588A5F70D55}" dt="2026-08-27T06:52:37.934" v="309" actId="255"/>
          <ac:spMkLst>
            <pc:docMk/>
            <pc:sldMk cId="1923394315" sldId="337"/>
            <ac:spMk id="19" creationId="{13B395C0-CF75-E8A7-5DF6-087ABB0C324B}"/>
          </ac:spMkLst>
        </pc:spChg>
        <pc:spChg chg="add mod">
          <ac:chgData name="Наиля Мавлюдова" userId="946b87bdd2203ae6" providerId="LiveId" clId="{1C23D5AB-BE3F-4964-BFD0-0588A5F70D55}" dt="2026-08-27T06:52:59.733" v="311" actId="1076"/>
          <ac:spMkLst>
            <pc:docMk/>
            <pc:sldMk cId="1923394315" sldId="337"/>
            <ac:spMk id="20" creationId="{ECB1772B-D3BF-9F7A-F430-5561C6A19ACA}"/>
          </ac:spMkLst>
        </pc:spChg>
        <pc:spChg chg="add mod">
          <ac:chgData name="Наиля Мавлюдова" userId="946b87bdd2203ae6" providerId="LiveId" clId="{1C23D5AB-BE3F-4964-BFD0-0588A5F70D55}" dt="2026-08-27T06:53:04.868" v="313" actId="2711"/>
          <ac:spMkLst>
            <pc:docMk/>
            <pc:sldMk cId="1923394315" sldId="337"/>
            <ac:spMk id="21" creationId="{55925F7A-10F4-2812-FCF7-C10CE976CBA4}"/>
          </ac:spMkLst>
        </pc:spChg>
        <pc:spChg chg="add mod ord">
          <ac:chgData name="Наиля Мавлюдова" userId="946b87bdd2203ae6" providerId="LiveId" clId="{1C23D5AB-BE3F-4964-BFD0-0588A5F70D55}" dt="2026-08-27T06:53:12.661" v="316" actId="167"/>
          <ac:spMkLst>
            <pc:docMk/>
            <pc:sldMk cId="1923394315" sldId="337"/>
            <ac:spMk id="22" creationId="{0F9EC2C1-6787-11EA-C84C-43D95D4BEB4D}"/>
          </ac:spMkLst>
        </pc:spChg>
        <pc:spChg chg="add mod">
          <ac:chgData name="Наиля Мавлюдова" userId="946b87bdd2203ae6" providerId="LiveId" clId="{1C23D5AB-BE3F-4964-BFD0-0588A5F70D55}" dt="2026-08-27T06:54:14.944" v="339" actId="1076"/>
          <ac:spMkLst>
            <pc:docMk/>
            <pc:sldMk cId="1923394315" sldId="337"/>
            <ac:spMk id="23" creationId="{D00F91A4-C4BD-2657-07DE-F3B20320E206}"/>
          </ac:spMkLst>
        </pc:spChg>
        <pc:spChg chg="add mod">
          <ac:chgData name="Наиля Мавлюдова" userId="946b87bdd2203ae6" providerId="LiveId" clId="{1C23D5AB-BE3F-4964-BFD0-0588A5F70D55}" dt="2026-08-27T06:54:18.997" v="340" actId="1076"/>
          <ac:spMkLst>
            <pc:docMk/>
            <pc:sldMk cId="1923394315" sldId="337"/>
            <ac:spMk id="24" creationId="{F232BACA-B6EB-1A05-A804-5E387A13C2DA}"/>
          </ac:spMkLst>
        </pc:spChg>
        <pc:spChg chg="add mod">
          <ac:chgData name="Наиля Мавлюдова" userId="946b87bdd2203ae6" providerId="LiveId" clId="{1C23D5AB-BE3F-4964-BFD0-0588A5F70D55}" dt="2026-08-27T06:54:21.457" v="341" actId="1076"/>
          <ac:spMkLst>
            <pc:docMk/>
            <pc:sldMk cId="1923394315" sldId="337"/>
            <ac:spMk id="25" creationId="{32CCB1F6-0AA7-6592-FD20-0764BBC2C52F}"/>
          </ac:spMkLst>
        </pc:spChg>
        <pc:spChg chg="add mod ord">
          <ac:chgData name="Наиля Мавлюдова" userId="946b87bdd2203ae6" providerId="LiveId" clId="{1C23D5AB-BE3F-4964-BFD0-0588A5F70D55}" dt="2026-08-27T06:54:43.793" v="347" actId="14100"/>
          <ac:spMkLst>
            <pc:docMk/>
            <pc:sldMk cId="1923394315" sldId="337"/>
            <ac:spMk id="26" creationId="{A2360CB7-5884-CAFF-259C-0554E43E649F}"/>
          </ac:spMkLst>
        </pc:spChg>
        <pc:grpChg chg="add mod">
          <ac:chgData name="Наиля Мавлюдова" userId="946b87bdd2203ae6" providerId="LiveId" clId="{1C23D5AB-BE3F-4964-BFD0-0588A5F70D55}" dt="2026-08-27T06:46:24.725" v="201"/>
          <ac:grpSpMkLst>
            <pc:docMk/>
            <pc:sldMk cId="1923394315" sldId="337"/>
            <ac:grpSpMk id="2" creationId="{5440D6BF-A4B0-6837-C8DA-D8AC686B6DA5}"/>
          </ac:grpSpMkLst>
        </pc:grpChg>
        <pc:picChg chg="add mod ord">
          <ac:chgData name="Наиля Мавлюдова" userId="946b87bdd2203ae6" providerId="LiveId" clId="{1C23D5AB-BE3F-4964-BFD0-0588A5F70D55}" dt="2026-08-27T06:54:31.391" v="344" actId="166"/>
          <ac:picMkLst>
            <pc:docMk/>
            <pc:sldMk cId="1923394315" sldId="337"/>
            <ac:picMk id="6" creationId="{0AC8903F-1714-17E7-B3C9-7EBB32FC1E4E}"/>
          </ac:picMkLst>
        </pc:picChg>
        <pc:cxnChg chg="mod">
          <ac:chgData name="Наиля Мавлюдова" userId="946b87bdd2203ae6" providerId="LiveId" clId="{1C23D5AB-BE3F-4964-BFD0-0588A5F70D55}" dt="2026-08-27T06:46:24.725" v="201"/>
          <ac:cxnSpMkLst>
            <pc:docMk/>
            <pc:sldMk cId="1923394315" sldId="337"/>
            <ac:cxnSpMk id="3" creationId="{7C94A8D8-BEAB-99DD-B1BC-5562AF2BCABC}"/>
          </ac:cxnSpMkLst>
        </pc:cxnChg>
        <pc:cxnChg chg="mod">
          <ac:chgData name="Наиля Мавлюдова" userId="946b87bdd2203ae6" providerId="LiveId" clId="{1C23D5AB-BE3F-4964-BFD0-0588A5F70D55}" dt="2026-08-27T06:46:24.725" v="201"/>
          <ac:cxnSpMkLst>
            <pc:docMk/>
            <pc:sldMk cId="1923394315" sldId="337"/>
            <ac:cxnSpMk id="4" creationId="{307EAD50-DA24-AB31-D6B8-F736A62BDDED}"/>
          </ac:cxnSpMkLst>
        </pc:cxnChg>
        <pc:cxnChg chg="mod">
          <ac:chgData name="Наиля Мавлюдова" userId="946b87bdd2203ae6" providerId="LiveId" clId="{1C23D5AB-BE3F-4964-BFD0-0588A5F70D55}" dt="2026-08-27T06:46:24.725" v="201"/>
          <ac:cxnSpMkLst>
            <pc:docMk/>
            <pc:sldMk cId="1923394315" sldId="337"/>
            <ac:cxnSpMk id="5" creationId="{25C9FEC7-6547-CD40-7CCA-8C7EEEEB0D06}"/>
          </ac:cxnSpMkLst>
        </pc:cxnChg>
      </pc:sldChg>
      <pc:sldChg chg="addSp modSp add mod">
        <pc:chgData name="Наиля Мавлюдова" userId="946b87bdd2203ae6" providerId="LiveId" clId="{1C23D5AB-BE3F-4964-BFD0-0588A5F70D55}" dt="2026-08-27T06:58:24.218" v="406" actId="14100"/>
        <pc:sldMkLst>
          <pc:docMk/>
          <pc:sldMk cId="3150562339" sldId="338"/>
        </pc:sldMkLst>
        <pc:spChg chg="add mod">
          <ac:chgData name="Наиля Мавлюдова" userId="946b87bdd2203ae6" providerId="LiveId" clId="{1C23D5AB-BE3F-4964-BFD0-0588A5F70D55}" dt="2026-08-27T06:55:15.727" v="354" actId="1076"/>
          <ac:spMkLst>
            <pc:docMk/>
            <pc:sldMk cId="3150562339" sldId="338"/>
            <ac:spMk id="7" creationId="{C950CB6D-9ADF-617E-8384-ABE77C20FA3C}"/>
          </ac:spMkLst>
        </pc:spChg>
        <pc:spChg chg="add mod">
          <ac:chgData name="Наиля Мавлюдова" userId="946b87bdd2203ae6" providerId="LiveId" clId="{1C23D5AB-BE3F-4964-BFD0-0588A5F70D55}" dt="2026-08-27T06:55:45.525" v="361" actId="20577"/>
          <ac:spMkLst>
            <pc:docMk/>
            <pc:sldMk cId="3150562339" sldId="338"/>
            <ac:spMk id="8" creationId="{B2E38AEE-3D78-18E7-0799-F346E196BA2A}"/>
          </ac:spMkLst>
        </pc:spChg>
        <pc:spChg chg="add mod">
          <ac:chgData name="Наиля Мавлюдова" userId="946b87bdd2203ae6" providerId="LiveId" clId="{1C23D5AB-BE3F-4964-BFD0-0588A5F70D55}" dt="2026-08-27T06:56:48.657" v="378" actId="403"/>
          <ac:spMkLst>
            <pc:docMk/>
            <pc:sldMk cId="3150562339" sldId="338"/>
            <ac:spMk id="9" creationId="{7BA05B57-1D6A-8396-DDA7-6F40CBD1DA1E}"/>
          </ac:spMkLst>
        </pc:spChg>
        <pc:spChg chg="add mod">
          <ac:chgData name="Наиля Мавлюдова" userId="946b87bdd2203ae6" providerId="LiveId" clId="{1C23D5AB-BE3F-4964-BFD0-0588A5F70D55}" dt="2026-08-27T06:56:15.537" v="372" actId="14100"/>
          <ac:spMkLst>
            <pc:docMk/>
            <pc:sldMk cId="3150562339" sldId="338"/>
            <ac:spMk id="10" creationId="{4E59BD77-231A-6D8B-C5F1-F66B2B4B5054}"/>
          </ac:spMkLst>
        </pc:spChg>
        <pc:spChg chg="add mod">
          <ac:chgData name="Наиля Мавлюдова" userId="946b87bdd2203ae6" providerId="LiveId" clId="{1C23D5AB-BE3F-4964-BFD0-0588A5F70D55}" dt="2026-08-27T06:56:46.200" v="377" actId="255"/>
          <ac:spMkLst>
            <pc:docMk/>
            <pc:sldMk cId="3150562339" sldId="338"/>
            <ac:spMk id="11" creationId="{645E4FDC-8551-8199-374C-862F3370A439}"/>
          </ac:spMkLst>
        </pc:spChg>
        <pc:spChg chg="add mod">
          <ac:chgData name="Наиля Мавлюдова" userId="946b87bdd2203ae6" providerId="LiveId" clId="{1C23D5AB-BE3F-4964-BFD0-0588A5F70D55}" dt="2026-08-27T06:57:43.294" v="398" actId="14100"/>
          <ac:spMkLst>
            <pc:docMk/>
            <pc:sldMk cId="3150562339" sldId="338"/>
            <ac:spMk id="12" creationId="{CC451D59-0435-7E1E-CDE6-2BE54EF454EF}"/>
          </ac:spMkLst>
        </pc:spChg>
        <pc:spChg chg="add mod">
          <ac:chgData name="Наиля Мавлюдова" userId="946b87bdd2203ae6" providerId="LiveId" clId="{1C23D5AB-BE3F-4964-BFD0-0588A5F70D55}" dt="2026-08-27T06:57:33.162" v="394" actId="1076"/>
          <ac:spMkLst>
            <pc:docMk/>
            <pc:sldMk cId="3150562339" sldId="338"/>
            <ac:spMk id="14" creationId="{9A327C17-3488-5392-F268-994C683DA6DE}"/>
          </ac:spMkLst>
        </pc:spChg>
        <pc:spChg chg="add mod ord">
          <ac:chgData name="Наиля Мавлюдова" userId="946b87bdd2203ae6" providerId="LiveId" clId="{1C23D5AB-BE3F-4964-BFD0-0588A5F70D55}" dt="2026-08-27T06:58:24.218" v="406" actId="14100"/>
          <ac:spMkLst>
            <pc:docMk/>
            <pc:sldMk cId="3150562339" sldId="338"/>
            <ac:spMk id="15" creationId="{E4C90C27-CB5F-9DE8-3194-F61018450CF6}"/>
          </ac:spMkLst>
        </pc:spChg>
        <pc:picChg chg="ord">
          <ac:chgData name="Наиля Мавлюдова" userId="946b87bdd2203ae6" providerId="LiveId" clId="{1C23D5AB-BE3F-4964-BFD0-0588A5F70D55}" dt="2026-08-27T06:58:15.366" v="404" actId="166"/>
          <ac:picMkLst>
            <pc:docMk/>
            <pc:sldMk cId="3150562339" sldId="338"/>
            <ac:picMk id="6" creationId="{0AC8903F-1714-17E7-B3C9-7EBB32FC1E4E}"/>
          </ac:picMkLst>
        </pc:picChg>
      </pc:sldChg>
      <pc:sldChg chg="addSp modSp add mod">
        <pc:chgData name="Наиля Мавлюдова" userId="946b87bdd2203ae6" providerId="LiveId" clId="{1C23D5AB-BE3F-4964-BFD0-0588A5F70D55}" dt="2026-08-27T07:00:14.396" v="446" actId="1076"/>
        <pc:sldMkLst>
          <pc:docMk/>
          <pc:sldMk cId="829987538" sldId="339"/>
        </pc:sldMkLst>
        <pc:spChg chg="add mod">
          <ac:chgData name="Наиля Мавлюдова" userId="946b87bdd2203ae6" providerId="LiveId" clId="{1C23D5AB-BE3F-4964-BFD0-0588A5F70D55}" dt="2026-08-27T06:58:52.499" v="414" actId="1076"/>
          <ac:spMkLst>
            <pc:docMk/>
            <pc:sldMk cId="829987538" sldId="339"/>
            <ac:spMk id="7" creationId="{E7452940-B8F2-CC26-D0E4-5554BE35B880}"/>
          </ac:spMkLst>
        </pc:spChg>
        <pc:spChg chg="add mod">
          <ac:chgData name="Наиля Мавлюдова" userId="946b87bdd2203ae6" providerId="LiveId" clId="{1C23D5AB-BE3F-4964-BFD0-0588A5F70D55}" dt="2026-08-27T06:59:11.944" v="420" actId="14100"/>
          <ac:spMkLst>
            <pc:docMk/>
            <pc:sldMk cId="829987538" sldId="339"/>
            <ac:spMk id="8" creationId="{791B0402-1E10-FEB5-1C8A-A411275D7F56}"/>
          </ac:spMkLst>
        </pc:spChg>
        <pc:spChg chg="add mod">
          <ac:chgData name="Наиля Мавлюдова" userId="946b87bdd2203ae6" providerId="LiveId" clId="{1C23D5AB-BE3F-4964-BFD0-0588A5F70D55}" dt="2026-08-27T06:59:33.318" v="430" actId="14100"/>
          <ac:spMkLst>
            <pc:docMk/>
            <pc:sldMk cId="829987538" sldId="339"/>
            <ac:spMk id="9" creationId="{D13F20D0-FFBF-4FAD-5B95-AC94CC0E3589}"/>
          </ac:spMkLst>
        </pc:spChg>
        <pc:spChg chg="add mod">
          <ac:chgData name="Наиля Мавлюдова" userId="946b87bdd2203ae6" providerId="LiveId" clId="{1C23D5AB-BE3F-4964-BFD0-0588A5F70D55}" dt="2026-08-27T06:59:57.478" v="442" actId="14100"/>
          <ac:spMkLst>
            <pc:docMk/>
            <pc:sldMk cId="829987538" sldId="339"/>
            <ac:spMk id="10" creationId="{24243F87-197B-114B-532F-39383ECDC76E}"/>
          </ac:spMkLst>
        </pc:spChg>
        <pc:spChg chg="add mod">
          <ac:chgData name="Наиля Мавлюдова" userId="946b87bdd2203ae6" providerId="LiveId" clId="{1C23D5AB-BE3F-4964-BFD0-0588A5F70D55}" dt="2026-08-27T07:00:14.396" v="446" actId="1076"/>
          <ac:spMkLst>
            <pc:docMk/>
            <pc:sldMk cId="829987538" sldId="339"/>
            <ac:spMk id="12" creationId="{8864D26D-E657-7AA0-635E-F357B07CA929}"/>
          </ac:spMkLst>
        </pc:spChg>
      </pc:sldChg>
      <pc:sldChg chg="addSp modSp add mod">
        <pc:chgData name="Наиля Мавлюдова" userId="946b87bdd2203ae6" providerId="LiveId" clId="{1C23D5AB-BE3F-4964-BFD0-0588A5F70D55}" dt="2026-08-27T07:02:14.173" v="475" actId="1076"/>
        <pc:sldMkLst>
          <pc:docMk/>
          <pc:sldMk cId="3106071561" sldId="340"/>
        </pc:sldMkLst>
        <pc:spChg chg="add mod">
          <ac:chgData name="Наиля Мавлюдова" userId="946b87bdd2203ae6" providerId="LiveId" clId="{1C23D5AB-BE3F-4964-BFD0-0588A5F70D55}" dt="2026-08-27T07:00:21.012" v="447"/>
          <ac:spMkLst>
            <pc:docMk/>
            <pc:sldMk cId="3106071561" sldId="340"/>
            <ac:spMk id="7" creationId="{6600738D-85EB-B275-33D2-0C5DD593EA39}"/>
          </ac:spMkLst>
        </pc:spChg>
        <pc:spChg chg="add mod">
          <ac:chgData name="Наиля Мавлюдова" userId="946b87bdd2203ae6" providerId="LiveId" clId="{1C23D5AB-BE3F-4964-BFD0-0588A5F70D55}" dt="2026-08-27T07:00:39.172" v="454" actId="1076"/>
          <ac:spMkLst>
            <pc:docMk/>
            <pc:sldMk cId="3106071561" sldId="340"/>
            <ac:spMk id="8" creationId="{324602A4-A2AC-5EC7-F9E4-0BCE87337638}"/>
          </ac:spMkLst>
        </pc:spChg>
        <pc:spChg chg="add mod">
          <ac:chgData name="Наиля Мавлюдова" userId="946b87bdd2203ae6" providerId="LiveId" clId="{1C23D5AB-BE3F-4964-BFD0-0588A5F70D55}" dt="2026-08-27T07:00:56.507" v="461" actId="1076"/>
          <ac:spMkLst>
            <pc:docMk/>
            <pc:sldMk cId="3106071561" sldId="340"/>
            <ac:spMk id="9" creationId="{2B6188D4-1E2F-4232-4A45-24BEAAF930C5}"/>
          </ac:spMkLst>
        </pc:spChg>
        <pc:spChg chg="add mod">
          <ac:chgData name="Наиля Мавлюдова" userId="946b87bdd2203ae6" providerId="LiveId" clId="{1C23D5AB-BE3F-4964-BFD0-0588A5F70D55}" dt="2026-08-27T07:01:27.135" v="468" actId="1076"/>
          <ac:spMkLst>
            <pc:docMk/>
            <pc:sldMk cId="3106071561" sldId="340"/>
            <ac:spMk id="10" creationId="{7F0445D3-5712-D5EE-C7B0-635082BE3D2F}"/>
          </ac:spMkLst>
        </pc:spChg>
        <pc:graphicFrameChg chg="add mod modGraphic">
          <ac:chgData name="Наиля Мавлюдова" userId="946b87bdd2203ae6" providerId="LiveId" clId="{1C23D5AB-BE3F-4964-BFD0-0588A5F70D55}" dt="2026-08-27T07:02:14.173" v="475" actId="1076"/>
          <ac:graphicFrameMkLst>
            <pc:docMk/>
            <pc:sldMk cId="3106071561" sldId="340"/>
            <ac:graphicFrameMk id="11" creationId="{FC392884-DF15-C76C-EF42-6F8E98819B0A}"/>
          </ac:graphicFrameMkLst>
        </pc:graphicFrameChg>
      </pc:sldChg>
      <pc:sldChg chg="addSp delSp modSp add mod">
        <pc:chgData name="Наиля Мавлюдова" userId="946b87bdd2203ae6" providerId="LiveId" clId="{1C23D5AB-BE3F-4964-BFD0-0588A5F70D55}" dt="2026-08-27T07:08:15.421" v="581" actId="11529"/>
        <pc:sldMkLst>
          <pc:docMk/>
          <pc:sldMk cId="432031976" sldId="341"/>
        </pc:sldMkLst>
        <pc:spChg chg="add mod">
          <ac:chgData name="Наиля Мавлюдова" userId="946b87bdd2203ae6" providerId="LiveId" clId="{1C23D5AB-BE3F-4964-BFD0-0588A5F70D55}" dt="2026-08-27T07:02:38.935" v="485" actId="207"/>
          <ac:spMkLst>
            <pc:docMk/>
            <pc:sldMk cId="432031976" sldId="341"/>
            <ac:spMk id="7" creationId="{47BFDD22-0C05-D67E-D1CE-8812D4B72DB7}"/>
          </ac:spMkLst>
        </pc:spChg>
        <pc:spChg chg="add mod">
          <ac:chgData name="Наиля Мавлюдова" userId="946b87bdd2203ae6" providerId="LiveId" clId="{1C23D5AB-BE3F-4964-BFD0-0588A5F70D55}" dt="2026-08-27T07:03:00.771" v="493" actId="1076"/>
          <ac:spMkLst>
            <pc:docMk/>
            <pc:sldMk cId="432031976" sldId="341"/>
            <ac:spMk id="8" creationId="{6BAE2108-BDEE-5D67-EEAC-B7DC62EE37CA}"/>
          </ac:spMkLst>
        </pc:spChg>
        <pc:spChg chg="add mod">
          <ac:chgData name="Наиля Мавлюдова" userId="946b87bdd2203ae6" providerId="LiveId" clId="{1C23D5AB-BE3F-4964-BFD0-0588A5F70D55}" dt="2026-08-27T07:06:30.756" v="563" actId="1076"/>
          <ac:spMkLst>
            <pc:docMk/>
            <pc:sldMk cId="432031976" sldId="341"/>
            <ac:spMk id="9" creationId="{8BC00CA2-B0E3-185D-48AE-89FC8D4EA3AE}"/>
          </ac:spMkLst>
        </pc:spChg>
        <pc:spChg chg="add mod">
          <ac:chgData name="Наиля Мавлюдова" userId="946b87bdd2203ae6" providerId="LiveId" clId="{1C23D5AB-BE3F-4964-BFD0-0588A5F70D55}" dt="2026-08-27T07:08:05.819" v="580" actId="14100"/>
          <ac:spMkLst>
            <pc:docMk/>
            <pc:sldMk cId="432031976" sldId="341"/>
            <ac:spMk id="10" creationId="{2BAAC996-B581-37C0-8C30-DE15820A0460}"/>
          </ac:spMkLst>
        </pc:spChg>
        <pc:spChg chg="add mod">
          <ac:chgData name="Наиля Мавлюдова" userId="946b87bdd2203ae6" providerId="LiveId" clId="{1C23D5AB-BE3F-4964-BFD0-0588A5F70D55}" dt="2026-08-27T07:07:34.621" v="573" actId="1076"/>
          <ac:spMkLst>
            <pc:docMk/>
            <pc:sldMk cId="432031976" sldId="341"/>
            <ac:spMk id="11" creationId="{D2A25FE7-A522-FB61-C3DD-C2A6D503EBF6}"/>
          </ac:spMkLst>
        </pc:spChg>
        <pc:spChg chg="add mod">
          <ac:chgData name="Наиля Мавлюдова" userId="946b87bdd2203ae6" providerId="LiveId" clId="{1C23D5AB-BE3F-4964-BFD0-0588A5F70D55}" dt="2026-08-27T07:07:31.922" v="572" actId="1076"/>
          <ac:spMkLst>
            <pc:docMk/>
            <pc:sldMk cId="432031976" sldId="341"/>
            <ac:spMk id="12" creationId="{6D9853FB-891C-4F7F-AF6E-B8BE1587E09E}"/>
          </ac:spMkLst>
        </pc:spChg>
        <pc:spChg chg="add del mod">
          <ac:chgData name="Наиля Мавлюдова" userId="946b87bdd2203ae6" providerId="LiveId" clId="{1C23D5AB-BE3F-4964-BFD0-0588A5F70D55}" dt="2026-08-27T07:07:16.603" v="565" actId="478"/>
          <ac:spMkLst>
            <pc:docMk/>
            <pc:sldMk cId="432031976" sldId="341"/>
            <ac:spMk id="13" creationId="{C51E1BF7-43A5-E777-82D8-FF34AD8ACAFF}"/>
          </ac:spMkLst>
        </pc:spChg>
        <pc:spChg chg="add del mod">
          <ac:chgData name="Наиля Мавлюдова" userId="946b87bdd2203ae6" providerId="LiveId" clId="{1C23D5AB-BE3F-4964-BFD0-0588A5F70D55}" dt="2026-08-27T07:07:17.889" v="566" actId="478"/>
          <ac:spMkLst>
            <pc:docMk/>
            <pc:sldMk cId="432031976" sldId="341"/>
            <ac:spMk id="14" creationId="{B8882592-2A18-5077-1C6D-43DB3E1D4FA6}"/>
          </ac:spMkLst>
        </pc:spChg>
        <pc:cxnChg chg="add mod">
          <ac:chgData name="Наиля Мавлюдова" userId="946b87bdd2203ae6" providerId="LiveId" clId="{1C23D5AB-BE3F-4964-BFD0-0588A5F70D55}" dt="2026-08-27T07:07:41.485" v="574" actId="1076"/>
          <ac:cxnSpMkLst>
            <pc:docMk/>
            <pc:sldMk cId="432031976" sldId="341"/>
            <ac:cxnSpMk id="16" creationId="{6171556E-79D8-E521-8CF7-02810886C669}"/>
          </ac:cxnSpMkLst>
        </pc:cxnChg>
        <pc:cxnChg chg="add del mod">
          <ac:chgData name="Наиля Мавлюдова" userId="946b87bdd2203ae6" providerId="LiveId" clId="{1C23D5AB-BE3F-4964-BFD0-0588A5F70D55}" dt="2026-08-27T07:07:23.179" v="568" actId="478"/>
          <ac:cxnSpMkLst>
            <pc:docMk/>
            <pc:sldMk cId="432031976" sldId="341"/>
            <ac:cxnSpMk id="17" creationId="{DEFB218E-ECB0-E777-E229-2950B72B4A76}"/>
          </ac:cxnSpMkLst>
        </pc:cxnChg>
        <pc:cxnChg chg="add del mod">
          <ac:chgData name="Наиля Мавлюдова" userId="946b87bdd2203ae6" providerId="LiveId" clId="{1C23D5AB-BE3F-4964-BFD0-0588A5F70D55}" dt="2026-08-27T07:07:22.182" v="567" actId="478"/>
          <ac:cxnSpMkLst>
            <pc:docMk/>
            <pc:sldMk cId="432031976" sldId="341"/>
            <ac:cxnSpMk id="19" creationId="{0AC2C420-14CE-B613-BAB6-BBBDB1C3A952}"/>
          </ac:cxnSpMkLst>
        </pc:cxnChg>
        <pc:cxnChg chg="add">
          <ac:chgData name="Наиля Мавлюдова" userId="946b87bdd2203ae6" providerId="LiveId" clId="{1C23D5AB-BE3F-4964-BFD0-0588A5F70D55}" dt="2026-08-27T07:08:15.421" v="581" actId="11529"/>
          <ac:cxnSpMkLst>
            <pc:docMk/>
            <pc:sldMk cId="432031976" sldId="341"/>
            <ac:cxnSpMk id="21" creationId="{C4F1878A-FE5A-642E-29B6-1C2ACCD5F773}"/>
          </ac:cxnSpMkLst>
        </pc:cxnChg>
      </pc:sldChg>
      <pc:sldChg chg="addSp modSp add mod">
        <pc:chgData name="Наиля Мавлюдова" userId="946b87bdd2203ae6" providerId="LiveId" clId="{1C23D5AB-BE3F-4964-BFD0-0588A5F70D55}" dt="2026-08-27T07:13:04.534" v="652" actId="14100"/>
        <pc:sldMkLst>
          <pc:docMk/>
          <pc:sldMk cId="2315229942" sldId="342"/>
        </pc:sldMkLst>
        <pc:spChg chg="add mod">
          <ac:chgData name="Наиля Мавлюдова" userId="946b87bdd2203ae6" providerId="LiveId" clId="{1C23D5AB-BE3F-4964-BFD0-0588A5F70D55}" dt="2026-08-27T07:08:35.688" v="590" actId="1076"/>
          <ac:spMkLst>
            <pc:docMk/>
            <pc:sldMk cId="2315229942" sldId="342"/>
            <ac:spMk id="7" creationId="{622B65A1-1C99-C266-7CDC-F7FD1CE5ED87}"/>
          </ac:spMkLst>
        </pc:spChg>
        <pc:spChg chg="add mod">
          <ac:chgData name="Наиля Мавлюдова" userId="946b87bdd2203ae6" providerId="LiveId" clId="{1C23D5AB-BE3F-4964-BFD0-0588A5F70D55}" dt="2026-08-27T07:09:09.727" v="596" actId="14100"/>
          <ac:spMkLst>
            <pc:docMk/>
            <pc:sldMk cId="2315229942" sldId="342"/>
            <ac:spMk id="8" creationId="{BF7649E2-53EC-DE83-9A31-8352D38DD9BA}"/>
          </ac:spMkLst>
        </pc:spChg>
        <pc:spChg chg="add mod">
          <ac:chgData name="Наиля Мавлюдова" userId="946b87bdd2203ae6" providerId="LiveId" clId="{1C23D5AB-BE3F-4964-BFD0-0588A5F70D55}" dt="2026-08-27T07:09:33.717" v="603" actId="255"/>
          <ac:spMkLst>
            <pc:docMk/>
            <pc:sldMk cId="2315229942" sldId="342"/>
            <ac:spMk id="9" creationId="{80BFD10F-4967-5A4F-A187-2A0FA6B05D7D}"/>
          </ac:spMkLst>
        </pc:spChg>
        <pc:spChg chg="add mod">
          <ac:chgData name="Наиля Мавлюдова" userId="946b87bdd2203ae6" providerId="LiveId" clId="{1C23D5AB-BE3F-4964-BFD0-0588A5F70D55}" dt="2026-08-27T07:09:47.136" v="608" actId="14100"/>
          <ac:spMkLst>
            <pc:docMk/>
            <pc:sldMk cId="2315229942" sldId="342"/>
            <ac:spMk id="10" creationId="{B8724158-0693-FBB3-6F29-2BE37FEB8C63}"/>
          </ac:spMkLst>
        </pc:spChg>
        <pc:spChg chg="add mod">
          <ac:chgData name="Наиля Мавлюдова" userId="946b87bdd2203ae6" providerId="LiveId" clId="{1C23D5AB-BE3F-4964-BFD0-0588A5F70D55}" dt="2026-08-27T07:09:41.209" v="606" actId="1076"/>
          <ac:spMkLst>
            <pc:docMk/>
            <pc:sldMk cId="2315229942" sldId="342"/>
            <ac:spMk id="12" creationId="{03664E89-2766-BE5E-7D03-A38FFAE6EBC0}"/>
          </ac:spMkLst>
        </pc:spChg>
        <pc:spChg chg="add mod">
          <ac:chgData name="Наиля Мавлюдова" userId="946b87bdd2203ae6" providerId="LiveId" clId="{1C23D5AB-BE3F-4964-BFD0-0588A5F70D55}" dt="2026-08-27T07:13:04.534" v="652" actId="14100"/>
          <ac:spMkLst>
            <pc:docMk/>
            <pc:sldMk cId="2315229942" sldId="342"/>
            <ac:spMk id="13" creationId="{161ED272-1530-C265-90F7-766A78B539A8}"/>
          </ac:spMkLst>
        </pc:spChg>
        <pc:spChg chg="add mod">
          <ac:chgData name="Наиля Мавлюдова" userId="946b87bdd2203ae6" providerId="LiveId" clId="{1C23D5AB-BE3F-4964-BFD0-0588A5F70D55}" dt="2026-08-27T07:12:49.782" v="649" actId="14100"/>
          <ac:spMkLst>
            <pc:docMk/>
            <pc:sldMk cId="2315229942" sldId="342"/>
            <ac:spMk id="14" creationId="{BE015552-73E0-2C01-C2BF-9C7367C4D4B6}"/>
          </ac:spMkLst>
        </pc:spChg>
        <pc:picChg chg="add mod">
          <ac:chgData name="Наиля Мавлюдова" userId="946b87bdd2203ae6" providerId="LiveId" clId="{1C23D5AB-BE3F-4964-BFD0-0588A5F70D55}" dt="2026-08-27T07:12:58.502" v="651" actId="1076"/>
          <ac:picMkLst>
            <pc:docMk/>
            <pc:sldMk cId="2315229942" sldId="342"/>
            <ac:picMk id="15" creationId="{6259B723-CFC4-3FEA-6462-7E6F0964DEB5}"/>
          </ac:picMkLst>
        </pc:picChg>
      </pc:sldChg>
      <pc:sldChg chg="addSp modSp add del mod">
        <pc:chgData name="Наиля Мавлюдова" userId="946b87bdd2203ae6" providerId="LiveId" clId="{1C23D5AB-BE3F-4964-BFD0-0588A5F70D55}" dt="2026-08-27T07:13:08.792" v="653" actId="47"/>
        <pc:sldMkLst>
          <pc:docMk/>
          <pc:sldMk cId="1383065849" sldId="343"/>
        </pc:sldMkLst>
        <pc:spChg chg="add mod">
          <ac:chgData name="Наиля Мавлюдова" userId="946b87bdd2203ae6" providerId="LiveId" clId="{1C23D5AB-BE3F-4964-BFD0-0588A5F70D55}" dt="2026-08-27T07:10:25.950" v="616" actId="1076"/>
          <ac:spMkLst>
            <pc:docMk/>
            <pc:sldMk cId="1383065849" sldId="343"/>
            <ac:spMk id="7" creationId="{95BFF628-DD75-4490-DF41-1B486E0911B8}"/>
          </ac:spMkLst>
        </pc:spChg>
        <pc:spChg chg="add mod">
          <ac:chgData name="Наиля Мавлюдова" userId="946b87bdd2203ae6" providerId="LiveId" clId="{1C23D5AB-BE3F-4964-BFD0-0588A5F70D55}" dt="2026-08-27T07:11:44.240" v="642" actId="14100"/>
          <ac:spMkLst>
            <pc:docMk/>
            <pc:sldMk cId="1383065849" sldId="343"/>
            <ac:spMk id="8" creationId="{F58FCAD8-1E3D-5F74-2C8C-442F9D9674DA}"/>
          </ac:spMkLst>
        </pc:spChg>
        <pc:spChg chg="add mod">
          <ac:chgData name="Наиля Мавлюдова" userId="946b87bdd2203ae6" providerId="LiveId" clId="{1C23D5AB-BE3F-4964-BFD0-0588A5F70D55}" dt="2026-08-27T07:11:12.133" v="630" actId="14100"/>
          <ac:spMkLst>
            <pc:docMk/>
            <pc:sldMk cId="1383065849" sldId="343"/>
            <ac:spMk id="9" creationId="{4A807A66-AE75-5C26-7F67-8BB3DE735543}"/>
          </ac:spMkLst>
        </pc:spChg>
        <pc:spChg chg="add mod ord">
          <ac:chgData name="Наиля Мавлюдова" userId="946b87bdd2203ae6" providerId="LiveId" clId="{1C23D5AB-BE3F-4964-BFD0-0588A5F70D55}" dt="2026-08-27T07:11:09.958" v="629" actId="14100"/>
          <ac:spMkLst>
            <pc:docMk/>
            <pc:sldMk cId="1383065849" sldId="343"/>
            <ac:spMk id="10" creationId="{04D629C1-DF0F-9E18-9E1C-C0F8B1DD9FF0}"/>
          </ac:spMkLst>
        </pc:spChg>
        <pc:spChg chg="add mod">
          <ac:chgData name="Наиля Мавлюдова" userId="946b87bdd2203ae6" providerId="LiveId" clId="{1C23D5AB-BE3F-4964-BFD0-0588A5F70D55}" dt="2026-08-27T07:11:54.771" v="644" actId="1076"/>
          <ac:spMkLst>
            <pc:docMk/>
            <pc:sldMk cId="1383065849" sldId="343"/>
            <ac:spMk id="13" creationId="{7A92F5D3-AA2B-2F6F-3369-D9E41D0A2F80}"/>
          </ac:spMkLst>
        </pc:spChg>
        <pc:picChg chg="add mod">
          <ac:chgData name="Наиля Мавлюдова" userId="946b87bdd2203ae6" providerId="LiveId" clId="{1C23D5AB-BE3F-4964-BFD0-0588A5F70D55}" dt="2026-08-27T07:10:49.023" v="622" actId="1076"/>
          <ac:picMkLst>
            <pc:docMk/>
            <pc:sldMk cId="1383065849" sldId="343"/>
            <ac:picMk id="11" creationId="{E78DBC95-2D01-3B2B-CE25-B8C0A75A2A94}"/>
          </ac:picMkLst>
        </pc:picChg>
      </pc:sldChg>
      <pc:sldChg chg="addSp modSp add mod">
        <pc:chgData name="Наиля Мавлюдова" userId="946b87bdd2203ae6" providerId="LiveId" clId="{1C23D5AB-BE3F-4964-BFD0-0588A5F70D55}" dt="2026-08-27T07:15:07.802" v="696" actId="14100"/>
        <pc:sldMkLst>
          <pc:docMk/>
          <pc:sldMk cId="4160402557" sldId="344"/>
        </pc:sldMkLst>
        <pc:spChg chg="add mod">
          <ac:chgData name="Наиля Мавлюдова" userId="946b87bdd2203ae6" providerId="LiveId" clId="{1C23D5AB-BE3F-4964-BFD0-0588A5F70D55}" dt="2026-08-27T07:13:26.051" v="659" actId="1076"/>
          <ac:spMkLst>
            <pc:docMk/>
            <pc:sldMk cId="4160402557" sldId="344"/>
            <ac:spMk id="7" creationId="{9C7DF6FD-1003-498D-3DCF-135DAD6A98F7}"/>
          </ac:spMkLst>
        </pc:spChg>
        <pc:spChg chg="add mod">
          <ac:chgData name="Наиля Мавлюдова" userId="946b87bdd2203ae6" providerId="LiveId" clId="{1C23D5AB-BE3F-4964-BFD0-0588A5F70D55}" dt="2026-08-27T07:13:40.120" v="664" actId="14100"/>
          <ac:spMkLst>
            <pc:docMk/>
            <pc:sldMk cId="4160402557" sldId="344"/>
            <ac:spMk id="8" creationId="{A47D32AF-F33B-1F10-AFD6-14E0503184FA}"/>
          </ac:spMkLst>
        </pc:spChg>
        <pc:spChg chg="add mod">
          <ac:chgData name="Наиля Мавлюдова" userId="946b87bdd2203ae6" providerId="LiveId" clId="{1C23D5AB-BE3F-4964-BFD0-0588A5F70D55}" dt="2026-08-27T07:14:27.365" v="681" actId="113"/>
          <ac:spMkLst>
            <pc:docMk/>
            <pc:sldMk cId="4160402557" sldId="344"/>
            <ac:spMk id="9" creationId="{7F4781BF-E8C6-69E5-22F3-9FDCBA4D2052}"/>
          </ac:spMkLst>
        </pc:spChg>
        <pc:spChg chg="add mod">
          <ac:chgData name="Наиля Мавлюдова" userId="946b87bdd2203ae6" providerId="LiveId" clId="{1C23D5AB-BE3F-4964-BFD0-0588A5F70D55}" dt="2026-08-27T07:14:32.448" v="683" actId="1076"/>
          <ac:spMkLst>
            <pc:docMk/>
            <pc:sldMk cId="4160402557" sldId="344"/>
            <ac:spMk id="10" creationId="{E7ABB327-DE4F-90D7-27CD-FCEDE59ACB6C}"/>
          </ac:spMkLst>
        </pc:spChg>
        <pc:spChg chg="add mod">
          <ac:chgData name="Наиля Мавлюдова" userId="946b87bdd2203ae6" providerId="LiveId" clId="{1C23D5AB-BE3F-4964-BFD0-0588A5F70D55}" dt="2026-08-27T07:14:52.362" v="690" actId="1076"/>
          <ac:spMkLst>
            <pc:docMk/>
            <pc:sldMk cId="4160402557" sldId="344"/>
            <ac:spMk id="12" creationId="{9E544A58-A46C-2AF5-1E9B-8245500C41CE}"/>
          </ac:spMkLst>
        </pc:spChg>
        <pc:spChg chg="add mod">
          <ac:chgData name="Наиля Мавлюдова" userId="946b87bdd2203ae6" providerId="LiveId" clId="{1C23D5AB-BE3F-4964-BFD0-0588A5F70D55}" dt="2026-08-27T07:15:07.802" v="696" actId="14100"/>
          <ac:spMkLst>
            <pc:docMk/>
            <pc:sldMk cId="4160402557" sldId="344"/>
            <ac:spMk id="13" creationId="{B391F376-CEC3-D0AD-1D3D-C91F1FD62F12}"/>
          </ac:spMkLst>
        </pc:spChg>
        <pc:picChg chg="add mod ord">
          <ac:chgData name="Наиля Мавлюдова" userId="946b87bdd2203ae6" providerId="LiveId" clId="{1C23D5AB-BE3F-4964-BFD0-0588A5F70D55}" dt="2026-08-27T07:14:19.030" v="678" actId="167"/>
          <ac:picMkLst>
            <pc:docMk/>
            <pc:sldMk cId="4160402557" sldId="344"/>
            <ac:picMk id="11" creationId="{22BD3719-FF7D-8A4B-B703-A5FF12266E0A}"/>
          </ac:picMkLst>
        </pc:picChg>
        <pc:picChg chg="add mod ord">
          <ac:chgData name="Наиля Мавлюдова" userId="946b87bdd2203ae6" providerId="LiveId" clId="{1C23D5AB-BE3F-4964-BFD0-0588A5F70D55}" dt="2026-08-27T07:15:02.686" v="695" actId="167"/>
          <ac:picMkLst>
            <pc:docMk/>
            <pc:sldMk cId="4160402557" sldId="344"/>
            <ac:picMk id="14" creationId="{71643699-D11B-FC17-3FC9-E6DA1FB3383E}"/>
          </ac:picMkLst>
        </pc:picChg>
      </pc:sldChg>
      <pc:sldChg chg="addSp delSp modSp add mod">
        <pc:chgData name="Наиля Мавлюдова" userId="946b87bdd2203ae6" providerId="LiveId" clId="{1C23D5AB-BE3F-4964-BFD0-0588A5F70D55}" dt="2026-08-27T07:17:44.062" v="748" actId="1076"/>
        <pc:sldMkLst>
          <pc:docMk/>
          <pc:sldMk cId="826305746" sldId="345"/>
        </pc:sldMkLst>
        <pc:spChg chg="add mod">
          <ac:chgData name="Наиля Мавлюдова" userId="946b87bdd2203ae6" providerId="LiveId" clId="{1C23D5AB-BE3F-4964-BFD0-0588A5F70D55}" dt="2026-08-27T07:15:27.909" v="703" actId="1076"/>
          <ac:spMkLst>
            <pc:docMk/>
            <pc:sldMk cId="826305746" sldId="345"/>
            <ac:spMk id="7" creationId="{8F824E0E-7B49-7214-223D-90360E8CE171}"/>
          </ac:spMkLst>
        </pc:spChg>
        <pc:spChg chg="add mod">
          <ac:chgData name="Наиля Мавлюдова" userId="946b87bdd2203ae6" providerId="LiveId" clId="{1C23D5AB-BE3F-4964-BFD0-0588A5F70D55}" dt="2026-08-27T07:15:46.091" v="710" actId="21"/>
          <ac:spMkLst>
            <pc:docMk/>
            <pc:sldMk cId="826305746" sldId="345"/>
            <ac:spMk id="8" creationId="{71689F9E-89CB-834E-A6F4-0AC2C0A139E7}"/>
          </ac:spMkLst>
        </pc:spChg>
        <pc:spChg chg="add mod">
          <ac:chgData name="Наиля Мавлюдова" userId="946b87bdd2203ae6" providerId="LiveId" clId="{1C23D5AB-BE3F-4964-BFD0-0588A5F70D55}" dt="2026-08-27T07:17:39.160" v="746" actId="1076"/>
          <ac:spMkLst>
            <pc:docMk/>
            <pc:sldMk cId="826305746" sldId="345"/>
            <ac:spMk id="10" creationId="{7C7743A3-98AB-8E77-C2CC-B5C6BF33C5CF}"/>
          </ac:spMkLst>
        </pc:spChg>
        <pc:spChg chg="add mod">
          <ac:chgData name="Наиля Мавлюдова" userId="946b87bdd2203ae6" providerId="LiveId" clId="{1C23D5AB-BE3F-4964-BFD0-0588A5F70D55}" dt="2026-08-27T07:17:41.414" v="747" actId="1076"/>
          <ac:spMkLst>
            <pc:docMk/>
            <pc:sldMk cId="826305746" sldId="345"/>
            <ac:spMk id="11" creationId="{C91CA464-1387-35A4-9FFB-41FF442A12D7}"/>
          </ac:spMkLst>
        </pc:spChg>
        <pc:spChg chg="add del mod">
          <ac:chgData name="Наиля Мавлюдова" userId="946b87bdd2203ae6" providerId="LiveId" clId="{1C23D5AB-BE3F-4964-BFD0-0588A5F70D55}" dt="2026-08-27T07:17:09.260" v="735" actId="478"/>
          <ac:spMkLst>
            <pc:docMk/>
            <pc:sldMk cId="826305746" sldId="345"/>
            <ac:spMk id="12" creationId="{696F9931-30A2-59F4-359B-53A3B705D075}"/>
          </ac:spMkLst>
        </pc:spChg>
        <pc:spChg chg="add mod">
          <ac:chgData name="Наиля Мавлюдова" userId="946b87bdd2203ae6" providerId="LiveId" clId="{1C23D5AB-BE3F-4964-BFD0-0588A5F70D55}" dt="2026-08-27T07:17:44.062" v="748" actId="1076"/>
          <ac:spMkLst>
            <pc:docMk/>
            <pc:sldMk cId="826305746" sldId="345"/>
            <ac:spMk id="14" creationId="{5432BC6C-D1A1-29BE-BD25-7631353EDB51}"/>
          </ac:spMkLst>
        </pc:spChg>
      </pc:sldChg>
      <pc:sldChg chg="addSp delSp modSp add mod">
        <pc:chgData name="Наиля Мавлюдова" userId="946b87bdd2203ae6" providerId="LiveId" clId="{1C23D5AB-BE3F-4964-BFD0-0588A5F70D55}" dt="2026-08-27T07:20:32.228" v="799" actId="20577"/>
        <pc:sldMkLst>
          <pc:docMk/>
          <pc:sldMk cId="3152785558" sldId="346"/>
        </pc:sldMkLst>
        <pc:spChg chg="add mod">
          <ac:chgData name="Наиля Мавлюдова" userId="946b87bdd2203ae6" providerId="LiveId" clId="{1C23D5AB-BE3F-4964-BFD0-0588A5F70D55}" dt="2026-08-27T07:17:52.260" v="752"/>
          <ac:spMkLst>
            <pc:docMk/>
            <pc:sldMk cId="3152785558" sldId="346"/>
            <ac:spMk id="7" creationId="{24C037FB-E642-1E3D-9F46-74AA8EB1109C}"/>
          </ac:spMkLst>
        </pc:spChg>
        <pc:spChg chg="add mod">
          <ac:chgData name="Наиля Мавлюдова" userId="946b87bdd2203ae6" providerId="LiveId" clId="{1C23D5AB-BE3F-4964-BFD0-0588A5F70D55}" dt="2026-08-27T07:18:09.567" v="761" actId="1076"/>
          <ac:spMkLst>
            <pc:docMk/>
            <pc:sldMk cId="3152785558" sldId="346"/>
            <ac:spMk id="8" creationId="{EB780446-9D28-4A16-0ACB-6448D9DA2D49}"/>
          </ac:spMkLst>
        </pc:spChg>
        <pc:spChg chg="add del mod">
          <ac:chgData name="Наиля Мавлюдова" userId="946b87bdd2203ae6" providerId="LiveId" clId="{1C23D5AB-BE3F-4964-BFD0-0588A5F70D55}" dt="2026-08-27T07:18:51.288" v="765" actId="478"/>
          <ac:spMkLst>
            <pc:docMk/>
            <pc:sldMk cId="3152785558" sldId="346"/>
            <ac:spMk id="9" creationId="{FF7DBE60-15AA-4554-A46A-E2E08F08996B}"/>
          </ac:spMkLst>
        </pc:spChg>
        <pc:spChg chg="add mod">
          <ac:chgData name="Наиля Мавлюдова" userId="946b87bdd2203ae6" providerId="LiveId" clId="{1C23D5AB-BE3F-4964-BFD0-0588A5F70D55}" dt="2026-08-27T07:18:58.201" v="770" actId="1076"/>
          <ac:spMkLst>
            <pc:docMk/>
            <pc:sldMk cId="3152785558" sldId="346"/>
            <ac:spMk id="11" creationId="{1C5B7FEF-5BA7-C48D-6C96-C4AC0D47E5C8}"/>
          </ac:spMkLst>
        </pc:spChg>
        <pc:spChg chg="add mod">
          <ac:chgData name="Наиля Мавлюдова" userId="946b87bdd2203ae6" providerId="LiveId" clId="{1C23D5AB-BE3F-4964-BFD0-0588A5F70D55}" dt="2026-08-27T07:19:18.643" v="778" actId="1076"/>
          <ac:spMkLst>
            <pc:docMk/>
            <pc:sldMk cId="3152785558" sldId="346"/>
            <ac:spMk id="12" creationId="{001A401B-07B8-479D-66C4-A106E40BA869}"/>
          </ac:spMkLst>
        </pc:spChg>
        <pc:spChg chg="add del mod">
          <ac:chgData name="Наиля Мавлюдова" userId="946b87bdd2203ae6" providerId="LiveId" clId="{1C23D5AB-BE3F-4964-BFD0-0588A5F70D55}" dt="2026-08-27T07:19:50.240" v="786" actId="478"/>
          <ac:spMkLst>
            <pc:docMk/>
            <pc:sldMk cId="3152785558" sldId="346"/>
            <ac:spMk id="13" creationId="{9A8C1541-6074-F2C0-9C07-40C6B10F1831}"/>
          </ac:spMkLst>
        </pc:spChg>
        <pc:spChg chg="add mod">
          <ac:chgData name="Наиля Мавлюдова" userId="946b87bdd2203ae6" providerId="LiveId" clId="{1C23D5AB-BE3F-4964-BFD0-0588A5F70D55}" dt="2026-08-27T07:20:32.228" v="799" actId="20577"/>
          <ac:spMkLst>
            <pc:docMk/>
            <pc:sldMk cId="3152785558" sldId="346"/>
            <ac:spMk id="15" creationId="{C508E15F-D427-7294-82BE-07B22AAB73D1}"/>
          </ac:spMkLst>
        </pc:spChg>
      </pc:sldChg>
      <pc:sldChg chg="addSp modSp add del mod">
        <pc:chgData name="Наиля Мавлюдова" userId="946b87bdd2203ae6" providerId="LiveId" clId="{1C23D5AB-BE3F-4964-BFD0-0588A5F70D55}" dt="2026-08-27T07:23:57.482" v="840" actId="47"/>
        <pc:sldMkLst>
          <pc:docMk/>
          <pc:sldMk cId="3546505543" sldId="347"/>
        </pc:sldMkLst>
        <pc:spChg chg="add mod">
          <ac:chgData name="Наиля Мавлюдова" userId="946b87bdd2203ae6" providerId="LiveId" clId="{1C23D5AB-BE3F-4964-BFD0-0588A5F70D55}" dt="2026-08-27T07:20:56.894" v="806" actId="1076"/>
          <ac:spMkLst>
            <pc:docMk/>
            <pc:sldMk cId="3546505543" sldId="347"/>
            <ac:spMk id="7" creationId="{564E9218-2953-F029-21F1-19FF2D895E0E}"/>
          </ac:spMkLst>
        </pc:spChg>
        <pc:spChg chg="add mod">
          <ac:chgData name="Наиля Мавлюдова" userId="946b87bdd2203ae6" providerId="LiveId" clId="{1C23D5AB-BE3F-4964-BFD0-0588A5F70D55}" dt="2026-08-27T07:21:15.222" v="814" actId="20577"/>
          <ac:spMkLst>
            <pc:docMk/>
            <pc:sldMk cId="3546505543" sldId="347"/>
            <ac:spMk id="8" creationId="{5E043B4A-C0E4-3C8E-9740-292744FB41BE}"/>
          </ac:spMkLst>
        </pc:spChg>
        <pc:spChg chg="add mod">
          <ac:chgData name="Наиля Мавлюдова" userId="946b87bdd2203ae6" providerId="LiveId" clId="{1C23D5AB-BE3F-4964-BFD0-0588A5F70D55}" dt="2026-08-27T07:21:36.677" v="825" actId="20577"/>
          <ac:spMkLst>
            <pc:docMk/>
            <pc:sldMk cId="3546505543" sldId="347"/>
            <ac:spMk id="9" creationId="{9AA984C5-F117-4DAF-782B-3306495EFD5A}"/>
          </ac:spMkLst>
        </pc:spChg>
        <pc:spChg chg="add mod">
          <ac:chgData name="Наиля Мавлюдова" userId="946b87bdd2203ae6" providerId="LiveId" clId="{1C23D5AB-BE3F-4964-BFD0-0588A5F70D55}" dt="2026-08-27T07:22:21.779" v="838" actId="14100"/>
          <ac:spMkLst>
            <pc:docMk/>
            <pc:sldMk cId="3546505543" sldId="347"/>
            <ac:spMk id="10" creationId="{4C389849-F220-08C5-5E19-E382795C2A67}"/>
          </ac:spMkLst>
        </pc:spChg>
        <pc:spChg chg="add mod">
          <ac:chgData name="Наиля Мавлюдова" userId="946b87bdd2203ae6" providerId="LiveId" clId="{1C23D5AB-BE3F-4964-BFD0-0588A5F70D55}" dt="2026-08-27T07:22:12.547" v="833" actId="1076"/>
          <ac:spMkLst>
            <pc:docMk/>
            <pc:sldMk cId="3546505543" sldId="347"/>
            <ac:spMk id="11" creationId="{207CA376-E23F-5812-9C84-61F34AD4085A}"/>
          </ac:spMkLst>
        </pc:spChg>
        <pc:spChg chg="add mod">
          <ac:chgData name="Наиля Мавлюдова" userId="946b87bdd2203ae6" providerId="LiveId" clId="{1C23D5AB-BE3F-4964-BFD0-0588A5F70D55}" dt="2026-08-27T07:22:30.589" v="839" actId="20577"/>
          <ac:spMkLst>
            <pc:docMk/>
            <pc:sldMk cId="3546505543" sldId="347"/>
            <ac:spMk id="12" creationId="{B8F2BB61-D4DD-83BE-5687-9CCA2CAAE256}"/>
          </ac:spMkLst>
        </pc:spChg>
      </pc:sldChg>
      <pc:sldChg chg="addSp modSp add mod">
        <pc:chgData name="Наиля Мавлюдова" userId="946b87bdd2203ae6" providerId="LiveId" clId="{1C23D5AB-BE3F-4964-BFD0-0588A5F70D55}" dt="2026-08-27T07:25:37.823" v="876" actId="113"/>
        <pc:sldMkLst>
          <pc:docMk/>
          <pc:sldMk cId="3628826661" sldId="348"/>
        </pc:sldMkLst>
        <pc:spChg chg="add mod">
          <ac:chgData name="Наиля Мавлюдова" userId="946b87bdd2203ae6" providerId="LiveId" clId="{1C23D5AB-BE3F-4964-BFD0-0588A5F70D55}" dt="2026-08-27T07:24:18.754" v="847" actId="1076"/>
          <ac:spMkLst>
            <pc:docMk/>
            <pc:sldMk cId="3628826661" sldId="348"/>
            <ac:spMk id="8" creationId="{02C624A3-E717-4B9E-0739-0F35D1DA5E4B}"/>
          </ac:spMkLst>
        </pc:spChg>
        <pc:spChg chg="add mod">
          <ac:chgData name="Наиля Мавлюдова" userId="946b87bdd2203ae6" providerId="LiveId" clId="{1C23D5AB-BE3F-4964-BFD0-0588A5F70D55}" dt="2026-08-27T07:24:38.088" v="853" actId="21"/>
          <ac:spMkLst>
            <pc:docMk/>
            <pc:sldMk cId="3628826661" sldId="348"/>
            <ac:spMk id="9" creationId="{38909D43-CD91-0180-CC81-AFB6F4E51CF3}"/>
          </ac:spMkLst>
        </pc:spChg>
        <pc:spChg chg="add mod">
          <ac:chgData name="Наиля Мавлюдова" userId="946b87bdd2203ae6" providerId="LiveId" clId="{1C23D5AB-BE3F-4964-BFD0-0588A5F70D55}" dt="2026-08-27T07:24:46.615" v="858" actId="20577"/>
          <ac:spMkLst>
            <pc:docMk/>
            <pc:sldMk cId="3628826661" sldId="348"/>
            <ac:spMk id="11" creationId="{5CDBD40A-D25D-EFFA-7B29-8212F5A8F760}"/>
          </ac:spMkLst>
        </pc:spChg>
        <pc:spChg chg="add mod">
          <ac:chgData name="Наиля Мавлюдова" userId="946b87bdd2203ae6" providerId="LiveId" clId="{1C23D5AB-BE3F-4964-BFD0-0588A5F70D55}" dt="2026-08-27T07:25:35.348" v="875" actId="113"/>
          <ac:spMkLst>
            <pc:docMk/>
            <pc:sldMk cId="3628826661" sldId="348"/>
            <ac:spMk id="12" creationId="{E79E5E12-19FE-B4C0-3155-1F9B1BEBC202}"/>
          </ac:spMkLst>
        </pc:spChg>
        <pc:spChg chg="add mod">
          <ac:chgData name="Наиля Мавлюдова" userId="946b87bdd2203ae6" providerId="LiveId" clId="{1C23D5AB-BE3F-4964-BFD0-0588A5F70D55}" dt="2026-08-27T07:25:31.646" v="874" actId="14100"/>
          <ac:spMkLst>
            <pc:docMk/>
            <pc:sldMk cId="3628826661" sldId="348"/>
            <ac:spMk id="13" creationId="{8C00DF11-B90C-BD10-DE86-7952E166E5FD}"/>
          </ac:spMkLst>
        </pc:spChg>
        <pc:spChg chg="add mod">
          <ac:chgData name="Наиля Мавлюдова" userId="946b87bdd2203ae6" providerId="LiveId" clId="{1C23D5AB-BE3F-4964-BFD0-0588A5F70D55}" dt="2026-08-27T07:25:37.823" v="876" actId="113"/>
          <ac:spMkLst>
            <pc:docMk/>
            <pc:sldMk cId="3628826661" sldId="348"/>
            <ac:spMk id="14" creationId="{C8E084FB-7843-7E97-3063-119489F0E40B}"/>
          </ac:spMkLst>
        </pc:spChg>
        <pc:spChg chg="add mod">
          <ac:chgData name="Наиля Мавлюдова" userId="946b87bdd2203ae6" providerId="LiveId" clId="{1C23D5AB-BE3F-4964-BFD0-0588A5F70D55}" dt="2026-08-27T07:25:26" v="871" actId="1076"/>
          <ac:spMkLst>
            <pc:docMk/>
            <pc:sldMk cId="3628826661" sldId="348"/>
            <ac:spMk id="15" creationId="{083D3323-2FF1-52B4-B2C8-B828F7BAB190}"/>
          </ac:spMkLst>
        </pc:spChg>
      </pc:sldChg>
      <pc:sldChg chg="add del">
        <pc:chgData name="Наиля Мавлюдова" userId="946b87bdd2203ae6" providerId="LiveId" clId="{1C23D5AB-BE3F-4964-BFD0-0588A5F70D55}" dt="2026-08-27T07:25:44.381" v="877" actId="47"/>
        <pc:sldMkLst>
          <pc:docMk/>
          <pc:sldMk cId="3793893248" sldId="349"/>
        </pc:sldMkLst>
      </pc:sldChg>
      <pc:sldMasterChg chg="del delSldLayout">
        <pc:chgData name="Наиля Мавлюдова" userId="946b87bdd2203ae6" providerId="LiveId" clId="{1C23D5AB-BE3F-4964-BFD0-0588A5F70D55}" dt="2026-08-27T06:33:36.951" v="7" actId="700"/>
        <pc:sldMasterMkLst>
          <pc:docMk/>
          <pc:sldMasterMk cId="2807950532" sldId="2147483648"/>
        </pc:sldMasterMkLst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4283703588" sldId="2147483649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4079456967" sldId="2147483650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1203656235" sldId="2147483651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2812051683" sldId="2147483652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1650478037" sldId="2147483653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399845928" sldId="2147483654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3950581779" sldId="2147483655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3920099412" sldId="2147483656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3178439544" sldId="2147483657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596156800" sldId="2147483658"/>
          </pc:sldLayoutMkLst>
        </pc:sldLayoutChg>
        <pc:sldLayoutChg chg="del">
          <pc:chgData name="Наиля Мавлюдова" userId="946b87bdd2203ae6" providerId="LiveId" clId="{1C23D5AB-BE3F-4964-BFD0-0588A5F70D55}" dt="2026-08-27T06:33:36.951" v="7" actId="700"/>
          <pc:sldLayoutMkLst>
            <pc:docMk/>
            <pc:sldMasterMk cId="2807950532" sldId="2147483648"/>
            <pc:sldLayoutMk cId="122452906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87B9C-FA91-4317-A3BC-7558F05CCFF4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4CD68-CC11-46EA-A8F9-F299B025B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80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Основным условным оператором языка JavaScript является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позволяет проверить некоторое логическое выражение и выполнить один набор инструкций, если условие истинно, либо другой набор инструкций, если условие ложно.</a:t>
            </a:r>
          </a:p>
          <a:p>
            <a:pPr indent="450215" algn="just">
              <a:lnSpc>
                <a:spcPct val="150000"/>
              </a:lnSpc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вариантов становится больше двух, применяется конструкция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которая позволяет последовательно проверить несколько условий.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студент получил девяносто баллов и выше, программа выводит оценку «Отлично».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количество баллов находится в диапазоне от семидесяти до восьмидесяти девяти, выводится оценка «Хорошо».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результат составляет от пятидесяти до шестидесяти девяти баллов, выводится оценка «Удовлетворительно».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всех остальных случаях программа сообщает, что оценка неудовлетворительная.</a:t>
            </a:r>
          </a:p>
          <a:p>
            <a:pPr indent="450215" algn="just">
              <a:lnSpc>
                <a:spcPct val="150000"/>
              </a:lnSpc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одна важная особенность JavaScript — автоматическое приведение типов к логическому значению.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некоторое выражение используется внутри условия, JavaScript самостоятельно преобразует его к типу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Boolean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Какие значения считаются ложными: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 ним относятся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пустая строка, значения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специальное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логическое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остальные значения считаются истинными.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пустой массив считается истинным значением.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же самое относится к пустому объекту.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Даже строка "0" считается истинной, поскольку это непустая строка.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необходимо внимательно относиться к проверкам условий.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Также стоит помнить ещё одно важное правило.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сравнении значений рекомендуется использовать оператор строгого равенства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===.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проверяет строгое сравнение?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Строгое сравнение одновременно проверяет и значение, и тип данных, благодаря чему программа ведёт себя более предсказуемо и вероятность ошибок значительно уменьшается.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790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требуется лишь выбрать одно из двух значений, в JavaScript существует более компактная запись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тернарный оператор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является сокращённой формой записи простого условного выражения.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Тернарный оператор работает сразу с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тремя операндами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условием, значением при истинном результате и значением при ложном результате.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общий синтаксис выглядит следующим образом: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условие ?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значение_если_true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значение_если_false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вычисляется условие.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результат равен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возвращается значение, расположенное после знака вопроса.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оказалось ложным, возвращается значение, расположенное после двоеточия.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Предположим, имеется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содержащая возраст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определить, является ли человек совершеннолетним.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Используя тернарный оператор, можно записать: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&gt;= 18 ? "взрослый" : "несовершеннолетний";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вычисляется условие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&gt;= 18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возраст больше либо равен восемнадцати,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получит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«взрослый»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противном случае в неё будет записано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«несовершеннолетний»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здесь весь выбор выполняется одной строкой.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Тернарный оператор особенно удобен тогда, когда необходимо присвоить переменной одно из двух значений.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ещё один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пользователь уже вошёл в систему, отображается приветствие с его именем.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авторизация не выполнена, выводится приглашение войти в систему.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позволяет компактно формировать строки, которые затем отображаются пользователю.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можно встретить так называемые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вложенные тернарные операторы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когда внутри одного условного выражения располагается другое.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таким способом можно определить буквенную оценку по количеству набранных баллов.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следует помнить, что большое количество вложенных тернарных операторов существенно ухудшает читаемость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Чем сложнее условие, тем труднее понять, какой результат получится при различных вариантах входных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использовать вложенные конструкции следует очень осторожно.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присваивания значений переменным, тернарный оператор широко применяется и в других ситуациях.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его удобно использовать внутри шаблонных строк.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зависимости от условия можно вывести сообщение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«Корзина не пуста»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«Корзина пуста»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не создавая отдельный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Также тернарный оператор часто применяется при передаче параметров функциям.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в зависимости от прав пользователя можно вывести кнопку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«Удалить»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«Просмотреть»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одна распространённая область применения — создание объектов, свойства которых зависят от режима работы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приложение работает в режиме разработки, автоматически включается режим отладки. Если же приложение запускается для обычных пользователей, используется рабочий режим.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Особенно часто тернарный оператор встречается при разработке интерфейсов на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React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Native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этих технологиях он позволяет выбирать, какой компонент должен отображаться на экране.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пока данные загружаются, можно показывать индикатор загрузки, а после завершения загрузки автоматически заменить его основным содержимым приложения.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Несмотря на удобство, тернарный оператор не является универсальной заменой конструкции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становится сложным, содержит большое количество проверок или несколько уровней вложенности, использование тернарного оператора делает код менее понятным.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таких ситуациях предпочтительнее использовать обычный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поскольку он легче читается, проще сопровождается и значительно понятнее другим разработчикам.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381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бывают ситуации, когда необходимо сравнить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одно и то же значение сразу с несколькими возможными вариантами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Если использовать только конструкцию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программа может стать длинной и менее удобной для чтения.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для таких случаев в JavaScript существует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предназначен для выбора одного из нескольких вариантов выполнения программы на основе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точного совпадения значения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Благодаря этому код становится более структурированным и легче воспринимается.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пример, приведённый на слайде.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Создаётся переменная: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"Понедельник";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начинается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круглых скобках указывается значение, которое необходимо сравнить с различными вариантами.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располагаются блоки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Каждый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соответствует одному возможному значению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"Понедельник":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означает: если значение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равно строке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«Понедельник»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управление переходит к этому месту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несколько вариантов объединены: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"Понедельник":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"Вторник":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"Среда":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"Четверг":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"Пятница":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console.log("Рабочий день");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сразу пять различных вариантов используют один и тот же блок инструкций.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день недели является любым рабочим днём, программа выводит сообщение: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"Рабочий день"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встречается инструкция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завершает выполнение конструкции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произойдет если его убрать?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его убрать, произойдёт явление, которое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проваливание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или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fall-through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после выполнения одного блока программа автоматически продолжит выполнять следующий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даже если его условие не выполняется.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удалить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после рабочего дня, то при значении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«Понедельник»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программа сначала выведет: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Рабочий день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затем продолжит выполнять следующий блок и может вывести: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Выходной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будет ошибкой.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в большинстве случаев после каждого блока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ставится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также показана группировка выходных дней: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пример один из удобных способов применения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позволяющий избежать дублирования одинаковых инструкций.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конце конструкции располагается блок: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default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800" b="1" dirty="0"/>
              <a:t>ачем нужен </a:t>
            </a:r>
            <a:r>
              <a:rPr lang="ru-RU" sz="2800" b="1" dirty="0" err="1"/>
              <a:t>default</a:t>
            </a:r>
            <a:r>
              <a:rPr lang="ru-RU" sz="2800" b="1" dirty="0"/>
              <a:t>, если мы перечислили все дни недели? </a:t>
            </a:r>
            <a:endParaRPr lang="ru-RU" sz="1800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выполняется тогда, когда ни один из вариантов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подошёл.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в переменной окажется значение: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"Праздник";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ни один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совпадения не найдёт.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Тогда выполнится блок: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console.log("Неизвестный день");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Блок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default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аналогичен ветке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конструкции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рекомендуется добавлять практически всегда, поскольку он позволяет обработать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непредвидённые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значения и сделать программу более надёжной.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одно важное свойство оператора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отличие от обычного сравнения с использованием оператора ==, конструкция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строгое сравнение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совпасть должны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только значения, но и их типы данных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одна особенность касается использования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внутри функций.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внутри некоторого варианта используется оператор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после возврата значения выполнение функции сразу завершается.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в подобных случаях отдельный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уже не требуется, поскольку управление всё равно покидает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является удобной альтернативой длинным цепочкам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когда необходимо сравнить одну переменную с несколькими фиксированными значениями. Он делает программу более компактной, улучшает читаемость кода и позволяет удобно объединять несколько одинаковых вариантов обработки.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339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несколько примеров алгоритмов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группа примеров посвящена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сравнению чисел и строк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первый взгляд может показаться, что сравнение выполняется одинаково для любых данных. Однако это не так.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console.log(5 &gt; 3);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Какой результат?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Результатом будет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поскольку число пять действительно больше трёх.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пример выглядит очень похоже: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console.log("5" &gt; 3);</a:t>
            </a:r>
          </a:p>
          <a:p>
            <a:pPr marL="0" marR="0" lvl="0" indent="45021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Какой результат?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сравнивается строка и число.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 сравнением JavaScript автоматически преобразует строку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"5"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после чего выполняет обычное числовое сравнение. Поэтому результат также будет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Совсем иначе работает следующий 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console.log("5" &gt; "3");</a:t>
            </a:r>
          </a:p>
          <a:p>
            <a:pPr marL="0" marR="0" lvl="0" indent="45021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Какой результат?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сравниваются уже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две строки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обе величины являются строками, JavaScript выполняет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лексикографическое сравнение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сравнивает символы так же, как слова располагаются в словаре.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символ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"5"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располагается после символа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"3"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результат снова будет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следующий пример показывает, насколько подобное сравнение может оказаться неожиданным: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console.log("10" &gt; "9");</a:t>
            </a:r>
          </a:p>
          <a:p>
            <a:pPr marL="0" marR="0" lvl="0" indent="45021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Какой результат?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Многие ожидают получить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ведь число десять больше девяти.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программа выводит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Причина заключается в том, что сравниваются не числа, а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начинает сравнение с первого символа.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символ строки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"10"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это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"1"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первый символ строки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"9"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это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"9"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символ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"1"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находится раньше символа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"9"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строка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"10"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считается меньшей.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на слайде приведена важная рекомендация: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необходимо сравнивать числа, представленные в виде строк, их следует предварительно преобразовать к числовому типу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a = Number("10");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b = Number("9");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такого преобразования сравнение будет выполняться уже между числами, и результат окажется математически правильным.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раздел посвящён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поиску максимального и минимального значения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показан пример функции, которая определяет максимальное значение из трёх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функции последовательно проверяется каждое число.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первое число больше либо равно двум остальным, возвращается именно оно.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это условие не выполняется, аналогичная проверка выполняется для второго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и она оказывается ложной, остаётся третье число, которое и возвращается как максимальное.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демонстрирует использование нескольких условных операторов для последовательного выбора наибольшего значения.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JavaScript уже содержит готовые функции для решения подобных задач.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Math.max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(3, 7, 2);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вернёт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функция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Math.min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(3, 7, 2);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вернёт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Последняя часть посвящена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проверке чётности и кратности чисел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Основным инструментом здесь является оператор остатка от деления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%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возвращает остаток после деления одного числа на другое.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способ проверки используется практически во всех языках программирования.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пример представляет собой задачу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FizzBuzz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Суть задачи заключается в следующем.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число кратно пятнадцати, необходимо вывести строку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FizzBuzz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число делится только на три, выводится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Fizz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число делится только на пять, выводится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Buzz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всех остальных случаях выводится само число.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 слайде это решение записано с помощью вложенного тернарного оператора. </a:t>
            </a:r>
          </a:p>
          <a:p>
            <a:r>
              <a:rPr lang="ru-RU" dirty="0"/>
              <a:t>Что выведет программа для числа 30? А для 9? А для 20?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29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это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фундаментальная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управляющая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конструкция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позволяющая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автоматически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повторять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блок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кода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заданное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число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раз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или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до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тех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пор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пока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выполняется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определённое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условие</a:t>
            </a:r>
            <a:r>
              <a:rPr lang="en-US" sz="12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</a:t>
            </a:r>
            <a:endParaRPr lang="ru-RU" sz="1200" dirty="0"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Каждое выполнение тела цикла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итерацией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Если цикл выполнился пять раз, это означает, что произошло пять итераций.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Любой цикл, независимо от его разновидности, состоит из трёх основных частей.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часть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инициализация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На этом этапе задаётся начальное состояние цикла. Обычно здесь создаётся переменная-счётчик, которая определяет номер текущей итерации, либо переменная, состояние которой будет изменяться во время работы цикла.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Вторая часть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условие продолжения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Перед каждой новой итерацией программа проверяет некоторое логическое выражение. Пока оно истинно, цикл продолжает выполняться. Как только условие становится ложным, выполнение цикла прекращается, и программа переходит к следующей инструкции после него.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Третья часть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изменение состояния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После выполнения тела цикла необходимо изменить значение переменной, от которой зависит условие продолжения. Чаще всего увеличивают или уменьшают счётчик, но это может быть и любое другое изменение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важно понимать, что именно изменение состояния позволяет циклу когда-нибудь завершиться.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забыть изменить переменную, управляющую условием, программа никогда не сможет выйти из цикла.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 использования цикла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Посмотрите на код и скажите в чем ошибка?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первый взгляд программа кажется правильной.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действительно меньше десяти, поэтому условие истинно.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внутри цикла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никак не изменяется.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первой итерации переменная по-прежнему равна нулю.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значение переменной никогда не меняется, условие никогда не станет ложным.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 возникает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бесконечный цикл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выполнении такого кода программа продолжает выполнять одну и ту же инструкцию бесконечно долго. В браузере это может привести к зависанию страницы, а в среде Node.js — к постоянной загрузке процессора.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Чтобы избежать подобной ошибки, необходимо обязательно изменять состояние переменной внутри цикла.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885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Наиболее распространённым циклом является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используется в тех случаях, когда заранее известно, сколько раз необходимо выполнить определённый набор инструкций. Именно поэтому цикл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очень часто применяется при работе с массивами, выполнении вычислений, генерации таблиц, обработке данных и во многих других алгоритмах.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Главная особенность цикла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заключается в том, что все три основные части цикла располагаются в одной строке. Это делает программу компактной и удобной для чтения.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Общий синтаксис цикла выглядит следующим образом: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(инициализация; условие; шаг)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// тело цикла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часть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инициализация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выполняется только один раз перед началом работы цикла. Здесь обычно создаётся переменная-счётчик.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Вторая часть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условие продолжения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 каждой новой итерацией программа проверяет это условие.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оно истинно, цикл продолжается.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становится ложным, выполнение цикла прекращается.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Третья часть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шаг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тела цикла происходит изменение счётчика.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классический 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создаётся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которой присваивается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проверяется условие: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 &lt; 5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ноль меньше пяти, условие истинно.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Выполняется тело цикла, и в консоль выводится число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выполняется шаг: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i++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переменная становится равной единице.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снова проверяется условие.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единица меньше пяти, выполняется следующая итерация.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показан ещё один пример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обратный отсчёт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этом случае цикл начинается с числа десять.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каждой итерации счётчик уменьшается на единицу.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пример демонстрирует, что шаг цикла необязательно должен быть равен единице.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после каждой итерации значение увеличивается сразу на две единицы.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Какие числа выведет программа?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программа выведет только чётные числа.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особенно полезен при работе с массивами.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 перебора массива фруктов: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fruits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["яблоко", "груша", "слива"];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0;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&lt;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fruits.length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++)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": " + fruits[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используется как индекс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length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количество элементов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программа получает очередной элемент массива и выводит его вместе с номером.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пример — вычисление суммы чисел от одного до ста.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текущее значение счётчика добавляется к общей сумме.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пример на слайде демонстрирует проверку простого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последовательно перебирает возможные делители числа от двух до квадратного корня из этого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находится делитель без остатка, функция сразу возвращает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поскольку число уже нельзя считать простым.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после завершения цикла ни одного делителя найдено не было, функция возвращает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17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вид циклов — 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используется в тех случаях, когда заранее неизвестно, сколько раз необходимо повторить выполнение некоторого блока кода. Вместо фиксированного количества повторений цикл выполняется до тех пор, пока некоторое условие остаётся истинным.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программа проверяет условие, записанное в круглых скобках. Если условие истинно, выполняется тело цикла. После завершения итерации программа снова возвращается к проверке условия. Этот процесс продолжается до тех пор, пока условие не станет ложным.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Особенность цикла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заключается в том, что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условие проверяется перед выполнением тела цикла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с самого начала окажется ложным, инструкции внутри цикла не выполнятся ни одного раза.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ещё один пример использования цикла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демонстрирует чтение пользовательского ввода до появления специального слова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«стоп»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Количество повторений здесь заранее неизвестно.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Пользователь может завершить цикл сразу, а может ввести десятки различных слов.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завершится только тогда, когда введённое значение станет равным слову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«стоп»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пример — алгоритм угадывания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Программа хранит секретное число.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Пользователь многократно вводит свои варианты.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каждой попытки программа сообщает, нужно выбрать число больше или меньше.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продолжается до тех пор, пока пользователь не угадает правильное значение.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удобно использовать тогда, когда невозможно заранее определить количество повторений.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330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Следующая разновидность цикла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цикле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условие проверяется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тела цикла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тело такого цикла выполняется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минимум один раз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независимо от значения условия.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программа без всяких проверок выполняет инструкции внутри блока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экран выводится: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 = 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значение переменной увеличивается.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Только затем проверяется условие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 &lt; 5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оно истинно, начинается следующая итерация.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 будут последовательно выведены значения от нуля до четырёх.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Главная особенность заключается в том, что даже если бы переменная изначально была равна, например, десяти, тело цикла всё равно выполнилось бы один раз.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этим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отличается от обычного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показан ещё один очень распространённый пример использования данного цикла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валидация пользовательского ввода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Программа обязательно должна хотя бы один раз запросить ввод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проверяется, принадлежит ли введённое число диапазону от одного до десяти и является ли оно вообще числом.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пользователь ввёл неверное значение, цикл повторяется.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данные корректны, выполнение программы продолжается.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приведено сравнение двух циклов.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цикла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не гарантируется выполнение тела хотя бы один раз, поскольку условие проверяется заранее.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цикла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такая гарантия существует всегда.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может оказаться ложным ещё до первого выполнения, используется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программу необходимо выполнить хотя бы один раз независимо от условия, предпочтительнее применять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None/>
            </a:pPr>
            <a:r>
              <a:rPr lang="ru-RU" dirty="0"/>
              <a:t>Может ли цикл </a:t>
            </a:r>
            <a:r>
              <a:rPr lang="ru-RU" dirty="0" err="1"/>
              <a:t>while</a:t>
            </a:r>
            <a:r>
              <a:rPr lang="ru-RU" dirty="0"/>
              <a:t> не выполниться ни разу?</a:t>
            </a:r>
          </a:p>
          <a:p>
            <a:pPr>
              <a:buFont typeface="+mj-lt"/>
              <a:buNone/>
            </a:pPr>
            <a:r>
              <a:rPr lang="ru-RU" dirty="0"/>
              <a:t>Ответ: да, если условие изначально ложно.</a:t>
            </a:r>
          </a:p>
          <a:p>
            <a:pPr>
              <a:buFont typeface="+mj-lt"/>
              <a:buNone/>
            </a:pPr>
            <a:r>
              <a:rPr lang="ru-RU" dirty="0"/>
              <a:t>Может ли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 не выполниться ни разу?</a:t>
            </a:r>
          </a:p>
          <a:p>
            <a:pPr>
              <a:buFont typeface="+mj-lt"/>
              <a:buNone/>
            </a:pPr>
            <a:r>
              <a:rPr lang="ru-RU" dirty="0"/>
              <a:t>Ответ: нет, тело сначала выполняется, затем проверяется условие.</a:t>
            </a:r>
          </a:p>
          <a:p>
            <a:pPr>
              <a:buFont typeface="+mj-lt"/>
              <a:buNone/>
            </a:pPr>
            <a:r>
              <a:rPr lang="ru-RU" dirty="0"/>
              <a:t>Какой цикл лучше подходит для ввода пароля, если пользователь должен хотя бы один раз увидеть поле ввода? </a:t>
            </a:r>
          </a:p>
          <a:p>
            <a:r>
              <a:rPr lang="ru-RU" dirty="0"/>
              <a:t>Ответ: </a:t>
            </a:r>
            <a:r>
              <a:rPr lang="ru-RU" dirty="0" err="1"/>
              <a:t>do</a:t>
            </a:r>
            <a:r>
              <a:rPr lang="ru-RU" dirty="0"/>
              <a:t>...</a:t>
            </a:r>
            <a:r>
              <a:rPr lang="ru-RU" dirty="0" err="1"/>
              <a:t>while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05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практике часто возникает необходимость изменить обычный ход выполнения цикла. Иногда нужно немедленно завершить цикл, а иногда — пропустить текущую итерацию и перейти к следующей. Для этого  используются операторы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2800" b="1" dirty="0"/>
              <a:t>В чём разница между </a:t>
            </a:r>
            <a:r>
              <a:rPr lang="ru-RU" sz="2800" b="1" dirty="0" err="1"/>
              <a:t>break</a:t>
            </a:r>
            <a:r>
              <a:rPr lang="ru-RU" sz="2800" b="1" dirty="0"/>
              <a:t> и </a:t>
            </a:r>
            <a:r>
              <a:rPr lang="ru-RU" sz="2800" b="1" dirty="0" err="1"/>
              <a:t>continue</a:t>
            </a:r>
            <a:r>
              <a:rPr lang="ru-RU" sz="2800" b="1" dirty="0"/>
              <a:t>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оператор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основная задача заключается в том, чтобы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немедленно завершить выполнение цикла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Как только интерпретатор встречает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дальнейшие итерации не выполняются, и программа переходит к инструкции, расположенной сразу после цикла.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 поиска элемента в массиве.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Разберём работу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хранится массив чисел.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target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число, которое необходимо найти.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found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первоначально получает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–1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Такое значение часто используют как признак того, что искомый элемент пока не найден.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начинает последовательно просматривать элементы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выполняется сравнение текущего элемента с искомым значением.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программа доходит до числа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условие становится истинным.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переменную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found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записывается индекс найденного элемента.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выполняется оператор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этом цикл сразу прекращается.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оставшиеся элементы массива уже не проверяются.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Продолжать поиск нет смысла, потому что нужный элемент уже найден.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в подобных ситуациях использование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позволяет избежать лишних вычислений и сделать программу более эффективной.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используется не только в циклах, но и в операторе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оператор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завершает цикл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лишь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пропускает текущую итерацию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программа сразу переходит к следующему повторению цикла.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цикл перебирает числа от нуля до девяти.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проверяется остаток от деления на два.</a:t>
            </a: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Какие числа будут выведены на экран?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Поэтому на экран будут выведены только чётные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пример демонстрирует фильтрацию массива.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[1, -2, 3, -4, 5];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positiveSum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n of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if (n &lt; 0)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continue;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positiveSum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+= n;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Программа последовательно перебирает элементы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очередное число отрицательное, оператор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сразу переходит к следующему элементу.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Отрицательные значения не участвуют в вычислениях.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 результате суммируются только положительные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оба оператора изменяют обычный ход выполнения цикла, но делают это по-разному.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полностью завершает цикл и передаёт управление следующей инструкции после него.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завершает только текущую итерацию, после чего цикл продолжает работу со следующим повторением.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Использовать эти операторы следует осознанно. Они позволяют сделать алгоритмы быстрее и компактнее, однако чрезмерное количество операторов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break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continue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может ухудшить читаемость программы. Поэтому их применяют только тогда, когда это действительно упрощает решение задачи или позволяет избежать лишних вычислений.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64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этого момента мы работали преимущественно с отдельными переменными и массивами, однако в JavaScript очень часто приходится работать с объектами, которые содержат набор связанных между собой свойств. Именно для таких ситуаций существует 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предназначен для перебора перечислимых свойств объекта. На каждой итерации переменная цикла получает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ключ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имя очередного свойства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Создадим объект пользователя: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Алексей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age: 30,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"Москва"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отличие от массива, здесь нет элементов с индексами. Вместо этого имеются свойства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необходимо перебрать все свойства объекта, используется цикл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key in user)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console.log(key + ": " + user[key]);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Разберём его по шагам.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ключевого слова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указывается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На каждой итерации она получает имя очередного свойства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первой итерации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будет содержать строку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сама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только название свойства.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Чтобы получить значение этого свойства, используется запись: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здесь используются квадратные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написать: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user.key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будет искать свойство, которое буквально называется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такого свойства в объекте нет.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при переборе объектов используется запись с квадратными скобками: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требуется одновременно показать и название свойства, и его значение, удобно использовать шаблонную строку: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console.log(`${key} → ${user[key]}`);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помнить одну очень важную особенность.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предназначен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для объектов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не рекомендуется использовать для перебора массивов.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Дело в том, что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перебирает не элементы массива, 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ключи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которыми являются строковые индексы.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301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JavaScript приходится работать не только с объектами, но и с массивами, строками и другими коллекциями данных. Для таких случаев современный стандарт языка предлагает использовать 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Считается основным способом перебора элементов большинства коллекций.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Главное отличие в том, что он перебирает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ключи, а сами значения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возвращает имена свойств объекта, то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последовательно возвращает сами элементы коллекции.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первый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Создадим массив цветов: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["красный", "зелёный", "синий"];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перебора используется следующий цикл: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color of colors)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первой итерации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получает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«красный»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второй итерации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«зелёный»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третьей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«синий»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нам не пришлось работать с индексами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нужно создавать счётчик, увеличивать его после каждой итерации и обращаться к элементам через квадратные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автоматически последовательно перебирает все элементы массива.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требуется получить не только значение элемента, но и его порядковый номер.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можно воспользоваться методом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entries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возвращает одновременно индекс и значение каждого элемента.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[index, color] of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colors.entries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index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используется механизм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деструктуризации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каждой итерации 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entries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возвращает пару значений.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значение — индекс элемента.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 — сам элемент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способ особенно удобен, когда необходимо одновременно знать положение элемента в массиве и его значение.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можно использовать не только с массивами.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одной важной областью применения являются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word =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char of word)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этом случае цикл последовательно переберёт каждый символ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Подобный способ часто используется при обработке текста.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при подсчёте количества символов, поиске определённых букв, анализе текста или построении различных алгоритмов обработки строк.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можно сделать вывод.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необходимо перебрать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свойства объекта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используется 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требуется перебрать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значения массива, строки или другой итерируемой коллекции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предпочтительнее использовать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Благодаря своей простоте и высокой читаемости этот цикл сегодня является одним из наиболее часто используемых инструментов при разработке программ на JavaScript.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70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представлен массив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students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содержит информацию о студентах.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элемент массива представляет собой объект с двумя свойствами: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имя студента;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количество набранных баллов.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в массиве хранится сразу несколько однотипных объектов: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{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 score: 85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{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Борис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 score: 42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{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 score: 91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{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Глеб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 score: 67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Подобная структура данных очень часто встречается в современных приложениях.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таким образом можно хранить список товаров, пользователей, заказов, сообщений или любых других объектов.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задача заключается в том, чтобы найти всех студентов, набравших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80 баллов и более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сначала создаётся пустой массив: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excellent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[];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сюда будут добавляться имена отличников.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запускается цикл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student of students)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используется цикл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на каждой итерации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student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не индекс, а сразу один объект из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первой итерации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student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объект Анны.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второй — объект Бориса.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— Веры и Глеба.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цикла выполняется проверка: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student.score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&gt;= 80)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программа обращается к свойству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текущего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количество баллов не меньше восьмидесяти, условие считается истинным.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выполняется инструкция: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excellent.push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(student.name);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push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добавляет новый элемент в конец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данном случае в массив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excellent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добавляется не весь объект студента, а только его имя.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цикла что будет содержать массив?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["Анна", "Вера"]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эти студенты получили восемьдесят баллов и выше.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здесь одновременно используются сразу несколько конструкций языка.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Цикл перебирает элементы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Условный оператор проверяет количество баллов.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push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сохраняет найденный результат.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Подобная комбинация встречается практически во всех программах, работающих с коллекциями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Вторая задача — вычислить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средний балл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всех студентов.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сначала создаётся переменная: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0;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будет использоваться для накопления общей суммы баллов.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снова запускается цикл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s of students)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к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прибавляется значение свойства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текущего студента: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s.score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цикла переменная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сумму всех баллов.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Чтобы вычислить среднее значение, необходимо разделить эту сумму на количество студентов в массиве: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avg = total /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students.length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length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количество элементов массива.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рассматриваемом примере массив состоит из четырёх объектов, поэтому сумма баллов делится на четыре.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вывода результата используется инструкция: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console.log("Средний балл:",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avg.toFixed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toFixed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округляет число до одного знака после запятой.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на экран выводится: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Средний балл: 71.3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Подобная обработка данных является одной из самых распространённых задач программирования.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часто программе необходимо пройти по всей коллекции объектов, выбрать только те элементы, которые удовлетворяют определённому условию, выполнить вычисления, подсчитать сумму, среднее значение, максимальный или минимальный результат.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такие алгоритмы лежат в основе электронных журналов, интернет-магазинов, банковских систем, мобильных приложений и большинства современных информационных систем.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пример хорошо показывает, что знание отдельных конструкций языка приобретает практический смысл только тогда, когда они начинают использоваться совместно для решения реальных задач.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024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познакомимся с ещё одной очень распространённой задачей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трансформацией коллекций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Под трансформацией понимают создание нового набора данных на основе уже существующего. При этом исходные данные обычно остаются без изменений, а программа формирует новый результат.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пример посвящён изменению цен товаров.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Имеется массив: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[100, 250, 80, 320, 150];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создать новый массив, содержащий цены после применения скидки.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сначала создаётся пустой массив: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discounted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[];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с помощью цикла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программа последовательно перебирает каждую цену.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каждого элемента выполняется проверка.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стоимость товара превышает двести рублей, применяется скидка двадцать процентов.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противном случае применяется скидка десять процентов.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это реализовано при помощи тернарного оператора: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newPrice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price &gt; 200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? price * 0.8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: price * 0.9;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истинно, цена умножается на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0,8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что соответствует уменьшению стоимости на двадцать процентов.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условие ложно, цена умножается на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0,9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уменьшается на десять процентов.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вычисления новая цена округляется функцией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Math.round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помещается в новый массив: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discounted.push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Math.round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newPrice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цикла исходный массив остаётся неизменным, а новый массив содержит уже преобразованные значения.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Такой подход очень часто используется при обработке данных интернет-магазинов, расчёте скидок, начислении бонусов и выполнении массовых вычислений.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пример демонстрирует ещё один классический алгоритм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разворот строки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получить строку, символы которой расположены в обратном порядке.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создаётся пустая строка: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result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цикл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последовательно перебирает каждый символ исходной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текущий символ добавляется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в конец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начало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новой строки: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result = char + result;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Пусть исходная строка содержит слово: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обработки первого символа получится: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второго: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рП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третьего: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ирП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так далее, пока не получится: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тевирП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цикла функция возвращает полученную строку оператором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Несмотря на простоту, подобный алгоритм помогает лучше понять работу циклов и операций со строками.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пример посвящён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алгоритмам поиска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Наиболее простой алгоритм поиска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линейным поиском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идея заключается в последовательном просмотре всех элементов массива до тех пор, пока не будет найден нужный элемент.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принимает два параметра: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массив;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искомое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запускается цикл: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(let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0;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&lt;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arr.length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++)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программа сравнивает текущий элемент массива с искомым значением: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[i] ===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target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совпадение найдено, функция сразу возвращает индекс элемента: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цикл полностью завершился и совпадение так и не было найдено, функция возвращает значение: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-1;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многих языках программирования именно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–1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принято использовать как признак того, что элемент отсутствует.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также приведён пример проверки строки на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палиндром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Палиндромом называется слово или фраза, которая одинаково читается слева направо и справа налево.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Перед началом проверки строка предварительно подготавливается.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буквы переводятся в нижний регистр: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str.toLowerCase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из строки удаляются все пробелы: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replace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(/\s/g, "")</a:t>
            </a:r>
          </a:p>
          <a:p>
            <a:r>
              <a:rPr lang="ru-RU" dirty="0"/>
              <a:t>Здесь у нас регулярное выражение: </a:t>
            </a:r>
            <a:r>
              <a:rPr lang="ru-RU" b="1" u="none" strike="noStrike" dirty="0">
                <a:effectLst/>
                <a:latin typeface="Google Sans"/>
              </a:rPr>
              <a:t>\s (символьный класс):</a:t>
            </a:r>
            <a:r>
              <a:rPr lang="ru-RU" dirty="0"/>
              <a:t> Ищет любой </a:t>
            </a:r>
            <a:r>
              <a:rPr lang="ru-RU" b="1" u="none" strike="noStrike" dirty="0">
                <a:effectLst/>
                <a:latin typeface="Google Sans"/>
              </a:rPr>
              <a:t>пробельный символ</a:t>
            </a:r>
            <a:r>
              <a:rPr lang="ru-RU" dirty="0"/>
              <a:t>. Сюда относятся обычные пробелы, знаки табуляции (\t), переносы строк (\n) и возвраты каретки (\r). Обратный слэш \ здесь обязателен, чтобы отличить спецсимвол от обычной буквы «s».</a:t>
            </a:r>
          </a:p>
          <a:p>
            <a:r>
              <a:rPr lang="ru-RU" b="1" u="none" strike="noStrike" dirty="0">
                <a:effectLst/>
                <a:latin typeface="Google Sans"/>
              </a:rPr>
              <a:t>/g (флаг </a:t>
            </a:r>
            <a:r>
              <a:rPr lang="ru-RU" b="1" u="none" strike="noStrike" dirty="0" err="1">
                <a:effectLst/>
                <a:latin typeface="Google Sans"/>
              </a:rPr>
              <a:t>global</a:t>
            </a:r>
            <a:r>
              <a:rPr lang="ru-RU" b="1" u="none" strike="noStrike" dirty="0">
                <a:effectLst/>
                <a:latin typeface="Google Sans"/>
              </a:rPr>
              <a:t>):</a:t>
            </a:r>
            <a:r>
              <a:rPr lang="ru-RU" b="0" u="none" strike="noStrike" dirty="0">
                <a:effectLst/>
                <a:latin typeface="Google Sans"/>
              </a:rPr>
              <a:t> </a:t>
            </a:r>
            <a:r>
              <a:rPr lang="ru-RU" dirty="0"/>
              <a:t>заставляет регулярное выражение искать </a:t>
            </a:r>
            <a:r>
              <a:rPr lang="ru-RU" b="1" u="none" strike="noStrike" dirty="0">
                <a:effectLst/>
                <a:latin typeface="Google Sans"/>
              </a:rPr>
              <a:t>все</a:t>
            </a:r>
            <a:r>
              <a:rPr lang="ru-RU" dirty="0"/>
              <a:t> совпадения в тексте, а не только первое.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u="none" strike="noStrike" dirty="0">
                <a:effectLst/>
                <a:latin typeface="Google Sans"/>
              </a:rPr>
              <a:t>"" (пустая строка):</a:t>
            </a:r>
            <a:r>
              <a:rPr lang="ru-RU" b="0" u="none" strike="noStrike" dirty="0">
                <a:effectLst/>
                <a:latin typeface="Google Sans"/>
              </a:rPr>
              <a:t> То, на что заменяются найденные пробелы. Поскольку мы заменяем пробел на «ничего», он просто стирается.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позволяет корректно обрабатывать фразы, содержащие пробелы и различные варианты написания.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подготовки начинается цикл.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проходит только до середины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каждой итерации сравниваются два символа: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символ с начала строки;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соответствующий символ с конца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для первого символа сравнивается последний, для второго — предпоследний и так далее.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хотя бы одна пара символов отличается, функция сразу возвращает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поскольку строка уже не может быть палиндромом.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цикл завершился без обнаружения различий, возвращается 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isPalindrome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("А роза упала на лапу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Азора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удаления пробелов и перевода всех букв в нижний регистр эта знаменитая фраза действительно оказывается палиндромом, поэтому функция возвращает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963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/>
              <a:t>20</a:t>
            </a:r>
          </a:p>
          <a:p>
            <a:pPr marL="228600" indent="-228600">
              <a:buAutoNum type="arabicPeriod"/>
            </a:pPr>
            <a:r>
              <a:rPr lang="ru-RU" dirty="0"/>
              <a:t>16 сумму нечетных</a:t>
            </a:r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4CD68-CC11-46EA-A8F9-F299B025B62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09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5BA4B5-4E36-4F5D-BA9D-00CE4AA4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A083F-CBCE-4151-84F1-F68EB80A3F7C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2C02A4-EEBF-4722-BF1F-ABAF7CCB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C1EDB-72C0-43BD-943F-23E81823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A4103-BEB4-4CD4-873F-A6A7C4CB04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17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4C0DF1-3338-446E-891A-10BD2500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65B79-6690-4F8C-9B80-82DFE6F99E90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56D3D-F3BE-4DFD-A3EA-42D0B386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EBF8AF-6040-47C7-B885-7EDAA7C3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2FDD2-4DBF-43E2-97E4-DDC902C6D7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5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21FEC4-A25B-445D-948F-64F20698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36BA-153D-4673-906B-42F6EE297799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5ED163-6313-457A-A89A-DBEE48A9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BAC972-044A-407F-8ACA-27CEB5D3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6AFFB-175A-4F6E-B729-E1E32C7482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49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D875D2EF-DB53-4BEE-947B-1DCABEC1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5939F-F447-4859-895B-7CD379D81A0B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5C6D1EF-57F9-4184-8F38-0C34BA53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ACA1E3F8-86B9-4381-AE9A-F9B96713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080D9-3368-496F-B9B1-B7DC316008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37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C98DB2A1-B860-499B-A9D3-327431A6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D7486-02C4-46EE-9756-E897201AB6E3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78E3DFA7-2664-4CC1-9C5D-2AE8163C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CEBFFA1-0715-423D-B657-9E3D6D21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C5051-C1A1-4FF1-AD64-91773D064C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32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AA9250C6-BC9F-4C7C-9A38-A846E317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BE144-A518-46D4-A3D3-5B26AC5A70FC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68FE42DD-6754-480C-9271-287D2118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97A4645-6761-419A-807F-2539613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7AF17-04B7-470F-AAC4-389DD9D49A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4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C397D5F4-E8F1-45F8-AEE4-B1F69EB9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83DF9-1B82-47D1-A315-3B91E2813040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F0D3602C-FAB3-4557-8A8E-3D5F11D1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9E018709-17AA-4064-92D4-706608EB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2884-6AB9-4798-936F-2B0A65303D6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91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0F8EF8B-33A0-4B98-874B-95BA7DD5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67B48-A092-46D9-8EA5-AFE73504FE0E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176B246B-12EE-41E4-AE7B-0EF0DDEC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82EAC51-7782-4E9D-988A-4B6DE1A2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C7780-06D1-427D-80C7-A604DBC6530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75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D943F8A-D445-4D07-BEC0-305E24BB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91647-C8AD-48AE-BFC4-A28E9BB6F421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D4217D56-4004-43E4-87D8-F52DAD00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0BBB2E6-319E-4E6D-945D-F47E2C4C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E76B5-54B0-4960-BDA8-9299F5A95D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55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C4B4BD-2937-40F2-B8EB-06F97B1D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E7F8B-2442-4AFC-A6D3-B723CCE6BA73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2ACDB5-A6E1-4178-8247-1D43AE1B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A877FF-3B5B-4135-8040-90117730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D227C-F957-4E6F-80E6-5E3F72CCC3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99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53387-AB1C-41DA-9D18-5EF04B8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1FCF1-25CD-4225-8B77-8FEDF4ABE325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5C35E-4888-4FC1-BEB9-D0F5F16E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64F7A-C3C0-4734-8A2D-6AE70064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98027-0C96-4F94-BDCD-8E7E2E6C07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34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696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238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9202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0848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489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9846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5002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2864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98051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2271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401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39DAEE72-CEFD-4E80-A46F-3358C333B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693E1B86-B81D-4544-AA6F-562C56D7C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21151-B8A8-4EF2-AF50-3FE757BF5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323B16D-E927-4C77-B2E9-E87E4CA9289D}" type="datetimeFigureOut">
              <a:rPr lang="ru-RU"/>
              <a:pPr>
                <a:defRPr/>
              </a:pPr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62D88E-BD9E-44F2-B408-F59F88C7D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C0FBD2-6663-42A2-B83F-D9E2D1B7E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EF9D80C-D0B1-4F1D-B1F9-F1B97B9980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20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4748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526132" y="2156345"/>
            <a:ext cx="834240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Управляющие конструкции. Условные операторы. Циклы 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Разработка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cs typeface="Arial"/>
              </a:rPr>
              <a:t>мобильных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 приложений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AF6F2F49-7DEC-CCF2-8D8C-806559259731}"/>
              </a:ext>
            </a:extLst>
          </p:cNvPr>
          <p:cNvSpPr/>
          <p:nvPr/>
        </p:nvSpPr>
        <p:spPr>
          <a:xfrm>
            <a:off x="166400" y="1999454"/>
            <a:ext cx="4287614" cy="4267200"/>
          </a:xfrm>
          <a:prstGeom prst="roundRect">
            <a:avLst>
              <a:gd name="adj" fmla="val 2616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7256FD-4EC7-8F4E-FEF9-3C89DA28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2B11533-F8CC-4715-D87C-01D1B37A8E31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062834CA-00FE-AF52-5AA6-638B8291088A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78429776-51D8-17A3-B2B4-A077E426F689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AF7D293E-3ADF-DDCC-CFF1-1033F89C2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1EFB5E33-505C-FB4C-3094-8FF93A9EDE7C}"/>
              </a:ext>
            </a:extLst>
          </p:cNvPr>
          <p:cNvSpPr/>
          <p:nvPr/>
        </p:nvSpPr>
        <p:spPr>
          <a:xfrm>
            <a:off x="1408727" y="351221"/>
            <a:ext cx="857101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Ветвление: Основы принятия решений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A333773-7BF5-9496-6766-3405EF46C2E0}"/>
              </a:ext>
            </a:extLst>
          </p:cNvPr>
          <p:cNvSpPr/>
          <p:nvPr/>
        </p:nvSpPr>
        <p:spPr>
          <a:xfrm>
            <a:off x="259861" y="906117"/>
            <a:ext cx="11668753" cy="804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Условный оператор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базовый механизм принятия решений в JavaScript. Он позволяет программе выбирать разные пути выполнения в зависимости от истинности логического выражения.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Ветвление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то, что превращает линейный скрипт в настоящий интеллектуальный алгоритм.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656F0F4-9486-3D67-4735-C86ACA050176}"/>
              </a:ext>
            </a:extLst>
          </p:cNvPr>
          <p:cNvSpPr/>
          <p:nvPr/>
        </p:nvSpPr>
        <p:spPr>
          <a:xfrm>
            <a:off x="361708" y="2071763"/>
            <a:ext cx="4444122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Синтаксис if / else if / else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58AC608-9D48-FB94-F6D4-59480AA4F06A}"/>
              </a:ext>
            </a:extLst>
          </p:cNvPr>
          <p:cNvSpPr/>
          <p:nvPr/>
        </p:nvSpPr>
        <p:spPr>
          <a:xfrm>
            <a:off x="547738" y="2632449"/>
            <a:ext cx="4123589" cy="272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score = 75;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(score &gt;= 90)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console.log("Отлично");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else if (score &gt;= 70)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console.log("Хорошо");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else if (score &gt;= 50)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console.log("Удовлетворительно");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else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console.log("Неудовлетворительно");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DA966EB-59A4-CC66-28CC-3E15B8DE9B92}"/>
              </a:ext>
            </a:extLst>
          </p:cNvPr>
          <p:cNvSpPr/>
          <p:nvPr/>
        </p:nvSpPr>
        <p:spPr>
          <a:xfrm>
            <a:off x="5052665" y="1999454"/>
            <a:ext cx="6117005" cy="359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Приведение типов к Boolean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E86ADB7B-69BB-D325-5794-9BCE24A71013}"/>
              </a:ext>
            </a:extLst>
          </p:cNvPr>
          <p:cNvSpPr/>
          <p:nvPr/>
        </p:nvSpPr>
        <p:spPr>
          <a:xfrm>
            <a:off x="5052665" y="2387003"/>
            <a:ext cx="6117005" cy="170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JavaScript автоматически приводит любое выражение к булевому типу при вычислении условия. Это называется </a:t>
            </a:r>
            <a:r>
              <a:rPr lang="en-US" sz="1600" b="1" dirty="0"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неявное преобразование типов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Значения, приводимые к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false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(«ложные» или </a:t>
            </a:r>
            <a:r>
              <a:rPr lang="en-US" sz="1600" i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falsy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):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""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null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undefined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NaN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false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Все остальные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значения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«истинные» (</a:t>
            </a:r>
            <a:r>
              <a:rPr lang="en-US" sz="1600" i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truthy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), включая пустой массив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[]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пустой объект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{}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F181CF8C-2FE0-1AB1-6005-CBBCF8EC82A5}"/>
              </a:ext>
            </a:extLst>
          </p:cNvPr>
          <p:cNvSpPr/>
          <p:nvPr/>
        </p:nvSpPr>
        <p:spPr>
          <a:xfrm>
            <a:off x="5376904" y="4089846"/>
            <a:ext cx="5245266" cy="1386113"/>
          </a:xfrm>
          <a:prstGeom prst="roundRect">
            <a:avLst>
              <a:gd name="adj" fmla="val 5001"/>
            </a:avLst>
          </a:prstGeom>
          <a:solidFill>
            <a:srgbClr val="EDECE8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9802ED5D-9283-6855-3DA1-52D7ACB7A31D}"/>
              </a:ext>
            </a:extLst>
          </p:cNvPr>
          <p:cNvSpPr/>
          <p:nvPr/>
        </p:nvSpPr>
        <p:spPr>
          <a:xfrm>
            <a:off x="5593990" y="4117419"/>
            <a:ext cx="4873205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(0)      { } // не выполнится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("")     { } // не выполнится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([])     { } // выполнится!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("0")    { } // выполнится!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68EB8DC-BBF4-AD75-30C6-EC3CE6EC5689}"/>
              </a:ext>
            </a:extLst>
          </p:cNvPr>
          <p:cNvSpPr/>
          <p:nvPr/>
        </p:nvSpPr>
        <p:spPr>
          <a:xfrm>
            <a:off x="5376904" y="5639472"/>
            <a:ext cx="5245266" cy="795933"/>
          </a:xfrm>
          <a:prstGeom prst="roundRect">
            <a:avLst>
              <a:gd name="adj" fmla="val 8182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734363-F101-67D3-88E8-8C10D5E8155C}"/>
              </a:ext>
            </a:extLst>
          </p:cNvPr>
          <p:cNvSpPr/>
          <p:nvPr/>
        </p:nvSpPr>
        <p:spPr>
          <a:xfrm>
            <a:off x="5593990" y="5808937"/>
            <a:ext cx="4873205" cy="4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Никогда не используйте </a:t>
            </a:r>
            <a:r>
              <a:rPr lang="en-US" sz="1600" dirty="0">
                <a:solidFill>
                  <a:srgbClr val="000000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для сравнения — только </a:t>
            </a:r>
            <a:r>
              <a:rPr lang="en-US" sz="1600" dirty="0">
                <a:solidFill>
                  <a:srgbClr val="000000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===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чтобы избежать неожиданного приведения типов.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32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0">
            <a:extLst>
              <a:ext uri="{FF2B5EF4-FFF2-40B4-BE49-F238E27FC236}">
                <a16:creationId xmlns:a16="http://schemas.microsoft.com/office/drawing/2014/main" id="{0A733CB0-651E-ABFF-7C06-FEBCACA34F90}"/>
              </a:ext>
            </a:extLst>
          </p:cNvPr>
          <p:cNvSpPr/>
          <p:nvPr/>
        </p:nvSpPr>
        <p:spPr>
          <a:xfrm>
            <a:off x="6199599" y="5512190"/>
            <a:ext cx="5881227" cy="1223112"/>
          </a:xfrm>
          <a:prstGeom prst="roundRect">
            <a:avLst>
              <a:gd name="adj" fmla="val 8182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763937B-0DA6-19C9-2CB1-3C686BB28D2D}"/>
              </a:ext>
            </a:extLst>
          </p:cNvPr>
          <p:cNvSpPr/>
          <p:nvPr/>
        </p:nvSpPr>
        <p:spPr>
          <a:xfrm>
            <a:off x="1212082" y="233829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Тернарный оператор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5881DA9-5855-5860-D015-88A505671E28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A83AA0EA-D3C1-6EDA-C8A1-88FD3B5A0B6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633F081B-5D5E-3248-ADD3-83C0F4082F4F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D237C41A-3A75-7FBE-1342-E139561FE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9526EF8B-34F9-17D2-3CE0-1F12882489BD}"/>
              </a:ext>
            </a:extLst>
          </p:cNvPr>
          <p:cNvSpPr/>
          <p:nvPr/>
        </p:nvSpPr>
        <p:spPr>
          <a:xfrm>
            <a:off x="361708" y="947843"/>
            <a:ext cx="11387840" cy="887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Тернарный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оператор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единственный оператор JavaScript, принимающий три операнда. Он представляет собой компактную и выразительную альтернативу конструкции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if-else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для простых условных выражений. Особенно полезен при присваивании значений переменным, формировании строк и работе с JSX в React.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7E8C2FD-8D25-629D-84DD-7B2734F4EC9C}"/>
              </a:ext>
            </a:extLst>
          </p:cNvPr>
          <p:cNvSpPr/>
          <p:nvPr/>
        </p:nvSpPr>
        <p:spPr>
          <a:xfrm>
            <a:off x="361708" y="1835610"/>
            <a:ext cx="6063790" cy="216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Синтаксис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A589D98-9BBD-0B78-B0F2-36869F1E91D3}"/>
              </a:ext>
            </a:extLst>
          </p:cNvPr>
          <p:cNvSpPr/>
          <p:nvPr/>
        </p:nvSpPr>
        <p:spPr>
          <a:xfrm>
            <a:off x="361708" y="2159559"/>
            <a:ext cx="5616305" cy="497936"/>
          </a:xfrm>
          <a:prstGeom prst="roundRect">
            <a:avLst>
              <a:gd name="adj" fmla="val 11672"/>
            </a:avLst>
          </a:prstGeom>
          <a:solidFill>
            <a:srgbClr val="EDECE8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06ECECD-0B07-ED5C-B194-0F676A70E6C2}"/>
              </a:ext>
            </a:extLst>
          </p:cNvPr>
          <p:cNvSpPr/>
          <p:nvPr/>
        </p:nvSpPr>
        <p:spPr>
          <a:xfrm>
            <a:off x="519860" y="2195500"/>
            <a:ext cx="5291006" cy="411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условие ? значение_если_true : значение_если_false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39AC1F7-9AF3-0338-3890-D40BD03BB18A}"/>
              </a:ext>
            </a:extLst>
          </p:cNvPr>
          <p:cNvSpPr/>
          <p:nvPr/>
        </p:nvSpPr>
        <p:spPr>
          <a:xfrm>
            <a:off x="361708" y="2751895"/>
            <a:ext cx="6063790" cy="216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Базовые примеры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713D937-6339-15A1-3CEF-2823369E692D}"/>
              </a:ext>
            </a:extLst>
          </p:cNvPr>
          <p:cNvSpPr/>
          <p:nvPr/>
        </p:nvSpPr>
        <p:spPr>
          <a:xfrm>
            <a:off x="361708" y="3075844"/>
            <a:ext cx="5616305" cy="3548327"/>
          </a:xfrm>
          <a:prstGeom prst="roundRect">
            <a:avLst>
              <a:gd name="adj" fmla="val 1982"/>
            </a:avLst>
          </a:prstGeom>
          <a:solidFill>
            <a:srgbClr val="EDECE8"/>
          </a:solidFill>
          <a:ln/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CA8E649-59F6-6441-DC22-A4E7B52B93FE}"/>
              </a:ext>
            </a:extLst>
          </p:cNvPr>
          <p:cNvSpPr/>
          <p:nvPr/>
        </p:nvSpPr>
        <p:spPr>
          <a:xfrm>
            <a:off x="519860" y="3075843"/>
            <a:ext cx="5905638" cy="2744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Простое условие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age = 20;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status = age &gt;= 18 ? "взрослый" : "несовершеннолетний";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"взрослый"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Встроенный вызов функции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msg = isLoggedIn ? "Привет, " + user : "Войдите";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Вложенный тернарный (использовать осторожно!)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grade = score &gt;= 90 ? "A"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  : score &gt;= 75 ? "B"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    : score &gt;= 60 ? "C" : "F";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D2DC483F-CBCD-1C10-8BFE-7EA4663DB801}"/>
              </a:ext>
            </a:extLst>
          </p:cNvPr>
          <p:cNvSpPr/>
          <p:nvPr/>
        </p:nvSpPr>
        <p:spPr>
          <a:xfrm>
            <a:off x="6323581" y="1921034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Практическое применение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32B0CBC-DACE-AC9F-0572-BCB44FD4A060}"/>
              </a:ext>
            </a:extLst>
          </p:cNvPr>
          <p:cNvSpPr/>
          <p:nvPr/>
        </p:nvSpPr>
        <p:spPr>
          <a:xfrm>
            <a:off x="6323581" y="2175273"/>
            <a:ext cx="4662534" cy="314824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 шаблонных строках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console.log(`Корзина ${count &gt; 0 ? "не пуста" : "пуста"}`);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 параметрах функций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renderButton(isAdmin ? "Удалить" : "Просмотреть");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Условное свойство в объекте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config =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mode: isDev ? "development" : "production",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debug: isDev ? true : false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 React </a:t>
            </a:r>
            <a:endParaRPr lang="ru-RU" sz="14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return &lt;div&gt;{isLoading ? &lt;Spinner /&gt; : &lt;Content /&gt;}&lt;/div&gt;;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25180D5-096F-A3CB-5EAA-58A17B7B64D9}"/>
              </a:ext>
            </a:extLst>
          </p:cNvPr>
          <p:cNvSpPr/>
          <p:nvPr/>
        </p:nvSpPr>
        <p:spPr>
          <a:xfrm>
            <a:off x="6356693" y="5546312"/>
            <a:ext cx="5757246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Когда НЕ использовать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B84B45E-A963-95C2-21A1-71853CF04107}"/>
              </a:ext>
            </a:extLst>
          </p:cNvPr>
          <p:cNvSpPr/>
          <p:nvPr/>
        </p:nvSpPr>
        <p:spPr>
          <a:xfrm>
            <a:off x="6356693" y="5830148"/>
            <a:ext cx="5757246" cy="656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Тернарный оператор теряет читаемость при сложной логике или множественных вложениях. Для таких случаев предпочтителен полноценный </a:t>
            </a:r>
            <a:r>
              <a:rPr lang="en-US" sz="1600" b="1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if-else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или функция-предикат.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354088-9327-476C-C688-023CB5070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6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F778BFA1-7BD5-4E0A-ACDF-121F67CE9D3E}"/>
              </a:ext>
            </a:extLst>
          </p:cNvPr>
          <p:cNvSpPr/>
          <p:nvPr/>
        </p:nvSpPr>
        <p:spPr>
          <a:xfrm>
            <a:off x="5141521" y="1731333"/>
            <a:ext cx="6870783" cy="4718628"/>
          </a:xfrm>
          <a:prstGeom prst="roundRect">
            <a:avLst>
              <a:gd name="adj" fmla="val 2616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CE591A-FA84-963B-DB22-7AE1AD55FEDC}"/>
              </a:ext>
            </a:extLst>
          </p:cNvPr>
          <p:cNvSpPr/>
          <p:nvPr/>
        </p:nvSpPr>
        <p:spPr>
          <a:xfrm>
            <a:off x="1501932" y="273506"/>
            <a:ext cx="9042659" cy="55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Переключатель switch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50C7544-5AB7-C38E-F167-F956483034EA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13D493CA-370B-DF09-DE38-BAC7EFF37583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1F946890-9076-4088-292C-9FC94A1926D9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39799AE-29BF-5E75-D376-12E9F02696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5F7483-BA95-C670-47B3-BB768896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D8E7E89D-2574-3129-CF22-45ED4EEBCCEF}"/>
              </a:ext>
            </a:extLst>
          </p:cNvPr>
          <p:cNvSpPr/>
          <p:nvPr/>
        </p:nvSpPr>
        <p:spPr>
          <a:xfrm>
            <a:off x="278017" y="954481"/>
            <a:ext cx="11650597" cy="92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Оператор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switch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предназначен для выбора одного из множества вариантов выполнения кода на основе точного совпадения значения. Он особенно эффективен, когда нужно обработать конкретный набор значений одной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переменной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делает код более читаемым по сравнению с длинной цепочкой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else if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416B7B3-C7F6-77E9-DCD9-C2B1CC48E4C7}"/>
              </a:ext>
            </a:extLst>
          </p:cNvPr>
          <p:cNvSpPr/>
          <p:nvPr/>
        </p:nvSpPr>
        <p:spPr>
          <a:xfrm>
            <a:off x="361708" y="1855274"/>
            <a:ext cx="544653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Полный синтаксис switch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8E08A35-B0A8-53B1-5127-1DBCB85CA26B}"/>
              </a:ext>
            </a:extLst>
          </p:cNvPr>
          <p:cNvSpPr/>
          <p:nvPr/>
        </p:nvSpPr>
        <p:spPr>
          <a:xfrm>
            <a:off x="361708" y="2270963"/>
            <a:ext cx="5144357" cy="446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day = "Понедельник";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switch (day)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"Понедельник":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"Вторник":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"Среда":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"Четверг":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"Пятница":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console.log("Рабочий день");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break;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"Суббота":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"Воскресенье":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console.log("Выходной");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break;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default: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console.log("Неизвестный день");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524DD08-ABD5-BDF4-6F34-58659C088E0B}"/>
              </a:ext>
            </a:extLst>
          </p:cNvPr>
          <p:cNvSpPr/>
          <p:nvPr/>
        </p:nvSpPr>
        <p:spPr>
          <a:xfrm>
            <a:off x="5355960" y="1855274"/>
            <a:ext cx="651900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Ключевые концепции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7C1EA6A-C4F5-3B37-A0F1-DFBC340B89D5}"/>
              </a:ext>
            </a:extLst>
          </p:cNvPr>
          <p:cNvSpPr/>
          <p:nvPr/>
        </p:nvSpPr>
        <p:spPr>
          <a:xfrm>
            <a:off x="5355960" y="2408000"/>
            <a:ext cx="86375" cy="6975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97B78FC-C02A-4591-A488-801558702B00}"/>
              </a:ext>
            </a:extLst>
          </p:cNvPr>
          <p:cNvSpPr/>
          <p:nvPr/>
        </p:nvSpPr>
        <p:spPr>
          <a:xfrm>
            <a:off x="5543380" y="2333884"/>
            <a:ext cx="62869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Строгое сравнение (===)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98F6C81-9F8C-50C8-8422-776B308E763C}"/>
              </a:ext>
            </a:extLst>
          </p:cNvPr>
          <p:cNvSpPr/>
          <p:nvPr/>
        </p:nvSpPr>
        <p:spPr>
          <a:xfrm>
            <a:off x="5543380" y="2700053"/>
            <a:ext cx="6286912" cy="398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Switch использует строгое равенство без приведения типов.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switch(1)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не совпадёт с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case "1"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ADA6329-028D-E10E-5010-BE81059696FF}"/>
              </a:ext>
            </a:extLst>
          </p:cNvPr>
          <p:cNvSpPr/>
          <p:nvPr/>
        </p:nvSpPr>
        <p:spPr>
          <a:xfrm>
            <a:off x="5355960" y="3416851"/>
            <a:ext cx="86375" cy="6975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C7D4483-0B41-5A28-3655-E92FD906FDBA}"/>
              </a:ext>
            </a:extLst>
          </p:cNvPr>
          <p:cNvSpPr/>
          <p:nvPr/>
        </p:nvSpPr>
        <p:spPr>
          <a:xfrm>
            <a:off x="5543380" y="3342735"/>
            <a:ext cx="62869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Оператор break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179098A-1E2C-715B-5191-81428E78E877}"/>
              </a:ext>
            </a:extLst>
          </p:cNvPr>
          <p:cNvSpPr/>
          <p:nvPr/>
        </p:nvSpPr>
        <p:spPr>
          <a:xfrm>
            <a:off x="5506065" y="3668778"/>
            <a:ext cx="6286912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Без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break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выполнение «проваливается» (fall-through) в следующий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Это иногда используется намеренно для группировки случаев.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BC68894C-CBEB-CBC4-B9FD-3E1304F7B7DB}"/>
              </a:ext>
            </a:extLst>
          </p:cNvPr>
          <p:cNvSpPr/>
          <p:nvPr/>
        </p:nvSpPr>
        <p:spPr>
          <a:xfrm>
            <a:off x="5355960" y="4415768"/>
            <a:ext cx="86375" cy="6975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44D12A7-AD7F-C9F1-FCF3-2CEAC1867DD9}"/>
              </a:ext>
            </a:extLst>
          </p:cNvPr>
          <p:cNvSpPr/>
          <p:nvPr/>
        </p:nvSpPr>
        <p:spPr>
          <a:xfrm>
            <a:off x="5543380" y="4341652"/>
            <a:ext cx="62869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Блок default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9B37CA-62E0-3B29-F2CB-C648207460C4}"/>
              </a:ext>
            </a:extLst>
          </p:cNvPr>
          <p:cNvSpPr/>
          <p:nvPr/>
        </p:nvSpPr>
        <p:spPr>
          <a:xfrm>
            <a:off x="5543380" y="4624504"/>
            <a:ext cx="6286912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Аналог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выполняется, если ни один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не совпал. Рекомендуется всегда включать его для обработки непредвиденных значений.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E619E684-B61D-D972-A10A-E346B773EB0A}"/>
              </a:ext>
            </a:extLst>
          </p:cNvPr>
          <p:cNvSpPr/>
          <p:nvPr/>
        </p:nvSpPr>
        <p:spPr>
          <a:xfrm>
            <a:off x="5355960" y="5629915"/>
            <a:ext cx="86375" cy="6975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EC18FC1F-5504-FE2F-E926-CBD28601B501}"/>
              </a:ext>
            </a:extLst>
          </p:cNvPr>
          <p:cNvSpPr/>
          <p:nvPr/>
        </p:nvSpPr>
        <p:spPr>
          <a:xfrm>
            <a:off x="5543380" y="5555799"/>
            <a:ext cx="628691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Return вместо break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4265DF9-D315-AE3D-520F-345376E825AF}"/>
              </a:ext>
            </a:extLst>
          </p:cNvPr>
          <p:cNvSpPr/>
          <p:nvPr/>
        </p:nvSpPr>
        <p:spPr>
          <a:xfrm>
            <a:off x="5543380" y="5881395"/>
            <a:ext cx="6286912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Внутри функции можно использовать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вместо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break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что делает код ещё лаконичнее.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6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712A4A-4951-6E42-3CE9-C7842A960106}"/>
              </a:ext>
            </a:extLst>
          </p:cNvPr>
          <p:cNvSpPr/>
          <p:nvPr/>
        </p:nvSpPr>
        <p:spPr>
          <a:xfrm>
            <a:off x="1406013" y="312595"/>
            <a:ext cx="867886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Логика в действии: Практические задачи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996A9AD-4547-7236-0D3C-C2F0FDD17ACF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DA0F374C-056C-B685-B6E0-5087BB21C4C0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359F0B0-2965-FB1B-74A7-A330961D0113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EE669077-E55D-28DD-828E-4582DCCD13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1">
            <a:extLst>
              <a:ext uri="{FF2B5EF4-FFF2-40B4-BE49-F238E27FC236}">
                <a16:creationId xmlns:a16="http://schemas.microsoft.com/office/drawing/2014/main" id="{511CEAF6-7332-6EDA-B9EF-1D1C572C411D}"/>
              </a:ext>
            </a:extLst>
          </p:cNvPr>
          <p:cNvSpPr/>
          <p:nvPr/>
        </p:nvSpPr>
        <p:spPr>
          <a:xfrm>
            <a:off x="361708" y="1000365"/>
            <a:ext cx="11387840" cy="5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Лучший способ закрепить условные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операторы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решить реальные задачи. Ниже представлены типичные алгоритмические паттерны, которые встречаются в повседневной разработке и часто задаются на технических собеседованиях.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5E15B04-0B9B-3749-8B0A-0703244FBABB}"/>
              </a:ext>
            </a:extLst>
          </p:cNvPr>
          <p:cNvSpPr/>
          <p:nvPr/>
        </p:nvSpPr>
        <p:spPr>
          <a:xfrm>
            <a:off x="268184" y="1674433"/>
            <a:ext cx="3999016" cy="5183561"/>
          </a:xfrm>
          <a:prstGeom prst="roundRect">
            <a:avLst>
              <a:gd name="adj" fmla="val 143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64EB5FE-DFF3-95E0-9CB3-49A3962AA357}"/>
              </a:ext>
            </a:extLst>
          </p:cNvPr>
          <p:cNvSpPr/>
          <p:nvPr/>
        </p:nvSpPr>
        <p:spPr>
          <a:xfrm>
            <a:off x="402324" y="1808578"/>
            <a:ext cx="3295171" cy="24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Сравнение чисел и строк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7248228-717E-6594-ACB1-3A3559B310ED}"/>
              </a:ext>
            </a:extLst>
          </p:cNvPr>
          <p:cNvSpPr/>
          <p:nvPr/>
        </p:nvSpPr>
        <p:spPr>
          <a:xfrm>
            <a:off x="402324" y="2220037"/>
            <a:ext cx="3766553" cy="428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Числа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console.log(5 &gt; 3); 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console.log("5" &gt; 3); </a:t>
            </a:r>
            <a:endParaRPr lang="ru-RU" sz="16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console.log("5" &gt; "3");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console.log("10" &gt; "9"); </a:t>
            </a:r>
            <a:endParaRPr lang="ru-RU" sz="16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Правило: всегда приводите к числу явно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a = Number("10")</a:t>
            </a:r>
            <a:r>
              <a:rPr lang="ru-RU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endParaRPr lang="ru-RU" sz="16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 = Number("9");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console.log(a &gt; b);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91DFAF6-906A-9A1F-FB4F-6301A92AE801}"/>
              </a:ext>
            </a:extLst>
          </p:cNvPr>
          <p:cNvSpPr/>
          <p:nvPr/>
        </p:nvSpPr>
        <p:spPr>
          <a:xfrm>
            <a:off x="4361351" y="1674432"/>
            <a:ext cx="3563451" cy="5183561"/>
          </a:xfrm>
          <a:prstGeom prst="roundRect">
            <a:avLst>
              <a:gd name="adj" fmla="val 143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D8C05F4-D8D0-4987-ECC9-EBE77429EF06}"/>
              </a:ext>
            </a:extLst>
          </p:cNvPr>
          <p:cNvSpPr/>
          <p:nvPr/>
        </p:nvSpPr>
        <p:spPr>
          <a:xfrm>
            <a:off x="4495491" y="1808577"/>
            <a:ext cx="3295171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Поиск максимума и минимума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E423262-AB6D-BD9E-B01C-B6F9B6D84DD0}"/>
              </a:ext>
            </a:extLst>
          </p:cNvPr>
          <p:cNvSpPr/>
          <p:nvPr/>
        </p:nvSpPr>
        <p:spPr>
          <a:xfrm>
            <a:off x="4495491" y="2220036"/>
            <a:ext cx="3295171" cy="433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Из трёх чисел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function max3(a, b, c)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(a &gt;= b &amp;&amp; a &gt;= c) return a;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(b &gt;= a &amp;&amp; b &gt;= c) return b;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return c;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Встроенные методы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Math.max(3, 7, 2);        // 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Math.min(3, 7, 2);        //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492B063-6185-D798-173E-2FADA4C8A8D1}"/>
              </a:ext>
            </a:extLst>
          </p:cNvPr>
          <p:cNvSpPr/>
          <p:nvPr/>
        </p:nvSpPr>
        <p:spPr>
          <a:xfrm>
            <a:off x="8058942" y="1674433"/>
            <a:ext cx="3690606" cy="5183560"/>
          </a:xfrm>
          <a:prstGeom prst="roundRect">
            <a:avLst>
              <a:gd name="adj" fmla="val 143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AB7B93B-B84C-DCD5-CF8D-207233D3C909}"/>
              </a:ext>
            </a:extLst>
          </p:cNvPr>
          <p:cNvSpPr/>
          <p:nvPr/>
        </p:nvSpPr>
        <p:spPr>
          <a:xfrm>
            <a:off x="8193082" y="1761461"/>
            <a:ext cx="3295171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Чётность и кратность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20EE74CF-C41C-8617-F323-A69C3071240C}"/>
              </a:ext>
            </a:extLst>
          </p:cNvPr>
          <p:cNvSpPr/>
          <p:nvPr/>
        </p:nvSpPr>
        <p:spPr>
          <a:xfrm>
            <a:off x="8193083" y="2163809"/>
            <a:ext cx="3596593" cy="4697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Проверка чётности через остаток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n = 42;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 (n % 2 === 0)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console.log("Чётное");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else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console.log("Нечётное");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ru-RU" sz="14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Кратность числу 15 (классика FizzBuzz)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fizzbuzz = n % 15 === 0 ? "FizzBuzz"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: n % 3 === 0 ? "Fizz"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: n % 5 === 0 ? "Buzz"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: n;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666F83-57D3-8916-ACE5-E41663642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1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0">
            <a:extLst>
              <a:ext uri="{FF2B5EF4-FFF2-40B4-BE49-F238E27FC236}">
                <a16:creationId xmlns:a16="http://schemas.microsoft.com/office/drawing/2014/main" id="{A2360CB7-5884-CAFF-259C-0554E43E649F}"/>
              </a:ext>
            </a:extLst>
          </p:cNvPr>
          <p:cNvSpPr/>
          <p:nvPr/>
        </p:nvSpPr>
        <p:spPr>
          <a:xfrm>
            <a:off x="6584480" y="1612664"/>
            <a:ext cx="5615777" cy="5245335"/>
          </a:xfrm>
          <a:prstGeom prst="roundRect">
            <a:avLst>
              <a:gd name="adj" fmla="val 143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F9EC2C1-6787-11EA-C84C-43D95D4BEB4D}"/>
              </a:ext>
            </a:extLst>
          </p:cNvPr>
          <p:cNvSpPr/>
          <p:nvPr/>
        </p:nvSpPr>
        <p:spPr>
          <a:xfrm>
            <a:off x="358630" y="2741316"/>
            <a:ext cx="290704" cy="290711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60F92710-9002-B081-25A2-1DE62A87F810}"/>
              </a:ext>
            </a:extLst>
          </p:cNvPr>
          <p:cNvSpPr/>
          <p:nvPr/>
        </p:nvSpPr>
        <p:spPr>
          <a:xfrm>
            <a:off x="1304283" y="285757"/>
            <a:ext cx="9583433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Введение в циклы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7D209E5-9A4C-F758-801D-1C8ACCA6CE62}"/>
              </a:ext>
            </a:extLst>
          </p:cNvPr>
          <p:cNvSpPr/>
          <p:nvPr/>
        </p:nvSpPr>
        <p:spPr>
          <a:xfrm>
            <a:off x="361708" y="864262"/>
            <a:ext cx="11566906" cy="85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фундаментальная управляющая конструкция, позволяющая автоматически повторять блок кода заданное число раз или до тех пор, пока выполняется определённое условие. Без циклов программисту пришлось бы вручную писать каждую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итерацию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что неприемлемо для обработки динамических данных.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AA1C0AA-4C46-4203-683E-771895CCA6D8}"/>
              </a:ext>
            </a:extLst>
          </p:cNvPr>
          <p:cNvSpPr/>
          <p:nvPr/>
        </p:nvSpPr>
        <p:spPr>
          <a:xfrm>
            <a:off x="361708" y="1719653"/>
            <a:ext cx="5615777" cy="67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Итерация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это одно выполнение тела цикла. Каждый цикл состоит из трёх концептуальных частей: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DD3E69B5-67E0-C51E-A7B6-6F1DDBEECB1C}"/>
              </a:ext>
            </a:extLst>
          </p:cNvPr>
          <p:cNvSpPr/>
          <p:nvPr/>
        </p:nvSpPr>
        <p:spPr>
          <a:xfrm>
            <a:off x="410175" y="2741316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73E7EB8-283E-2630-7D30-ED3943E68C38}"/>
              </a:ext>
            </a:extLst>
          </p:cNvPr>
          <p:cNvSpPr/>
          <p:nvPr/>
        </p:nvSpPr>
        <p:spPr>
          <a:xfrm>
            <a:off x="753314" y="2761408"/>
            <a:ext cx="488521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Инициализация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14D427D-6DC4-F4EF-E96C-96020C10A804}"/>
              </a:ext>
            </a:extLst>
          </p:cNvPr>
          <p:cNvSpPr/>
          <p:nvPr/>
        </p:nvSpPr>
        <p:spPr>
          <a:xfrm>
            <a:off x="753314" y="3064223"/>
            <a:ext cx="4885211" cy="17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Задание начального состояния (счётчик, флаг, индекс)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BB2C568-7A31-E0B1-EC80-355481A83CCB}"/>
              </a:ext>
            </a:extLst>
          </p:cNvPr>
          <p:cNvSpPr/>
          <p:nvPr/>
        </p:nvSpPr>
        <p:spPr>
          <a:xfrm>
            <a:off x="753314" y="3482926"/>
            <a:ext cx="488521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Условие продолжения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4B7A6F9-B6C7-B35E-5782-0300F3BC2E46}"/>
              </a:ext>
            </a:extLst>
          </p:cNvPr>
          <p:cNvSpPr/>
          <p:nvPr/>
        </p:nvSpPr>
        <p:spPr>
          <a:xfrm>
            <a:off x="753314" y="3785742"/>
            <a:ext cx="4885211" cy="17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Логическое выражение, проверяемое перед каждой итерацией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774DEEC-12C7-BFE5-14AB-AD66B0CF494D}"/>
              </a:ext>
            </a:extLst>
          </p:cNvPr>
          <p:cNvSpPr/>
          <p:nvPr/>
        </p:nvSpPr>
        <p:spPr>
          <a:xfrm>
            <a:off x="361708" y="4160094"/>
            <a:ext cx="290704" cy="290711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B452F1A-293F-DCC3-721E-5E4F2D4558BB}"/>
              </a:ext>
            </a:extLst>
          </p:cNvPr>
          <p:cNvSpPr/>
          <p:nvPr/>
        </p:nvSpPr>
        <p:spPr>
          <a:xfrm>
            <a:off x="410175" y="4184353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24EFFD9-70C7-9405-E215-950B86B2E801}"/>
              </a:ext>
            </a:extLst>
          </p:cNvPr>
          <p:cNvSpPr/>
          <p:nvPr/>
        </p:nvSpPr>
        <p:spPr>
          <a:xfrm>
            <a:off x="753314" y="4204445"/>
            <a:ext cx="488521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Изменение состояния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3B395C0-CF75-E8A7-5DF6-087ABB0C324B}"/>
              </a:ext>
            </a:extLst>
          </p:cNvPr>
          <p:cNvSpPr/>
          <p:nvPr/>
        </p:nvSpPr>
        <p:spPr>
          <a:xfrm>
            <a:off x="753314" y="4507261"/>
            <a:ext cx="4885211" cy="172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Обновление переменной, чтобы цикл когда-нибудь завершился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CB1772B-D3BF-9F7A-F430-5561C6A19ACA}"/>
              </a:ext>
            </a:extLst>
          </p:cNvPr>
          <p:cNvSpPr/>
          <p:nvPr/>
        </p:nvSpPr>
        <p:spPr>
          <a:xfrm>
            <a:off x="358631" y="3456489"/>
            <a:ext cx="290704" cy="290711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5925F7A-10F4-2812-FCF7-C10CE976CBA4}"/>
              </a:ext>
            </a:extLst>
          </p:cNvPr>
          <p:cNvSpPr/>
          <p:nvPr/>
        </p:nvSpPr>
        <p:spPr>
          <a:xfrm>
            <a:off x="407098" y="3480747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00F91A4-C4BD-2657-07DE-F3B20320E206}"/>
              </a:ext>
            </a:extLst>
          </p:cNvPr>
          <p:cNvSpPr/>
          <p:nvPr/>
        </p:nvSpPr>
        <p:spPr>
          <a:xfrm>
            <a:off x="6671464" y="1642056"/>
            <a:ext cx="5520536" cy="45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Предотвращение бесконечных циклов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232BACA-B6EB-1A05-A804-5E387A13C2DA}"/>
              </a:ext>
            </a:extLst>
          </p:cNvPr>
          <p:cNvSpPr/>
          <p:nvPr/>
        </p:nvSpPr>
        <p:spPr>
          <a:xfrm>
            <a:off x="6671464" y="1875645"/>
            <a:ext cx="5520536" cy="1188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Бесконечный цикл возникает, когда условие выхода никогда не становится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false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Это одна из самых распространённых ошибок новичков, приводящая к зависанию браузера или Node.js-процесса.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2CCB1F6-0AA7-6592-FD20-0764BBC2C52F}"/>
              </a:ext>
            </a:extLst>
          </p:cNvPr>
          <p:cNvSpPr/>
          <p:nvPr/>
        </p:nvSpPr>
        <p:spPr>
          <a:xfrm>
            <a:off x="6668387" y="2950044"/>
            <a:ext cx="5380393" cy="378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ru-RU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В чем ошибка?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i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(i &lt; 10)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console.log(i);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ПРАВИЛЬНО: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i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(i &lt; 10)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console.log(i);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i++; // Обязательное изменение состояния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0">
            <a:extLst>
              <a:ext uri="{FF2B5EF4-FFF2-40B4-BE49-F238E27FC236}">
                <a16:creationId xmlns:a16="http://schemas.microsoft.com/office/drawing/2014/main" id="{E4C90C27-CB5F-9DE8-3194-F61018450CF6}"/>
              </a:ext>
            </a:extLst>
          </p:cNvPr>
          <p:cNvSpPr/>
          <p:nvPr/>
        </p:nvSpPr>
        <p:spPr>
          <a:xfrm>
            <a:off x="4131206" y="1671477"/>
            <a:ext cx="8060794" cy="5186523"/>
          </a:xfrm>
          <a:prstGeom prst="roundRect">
            <a:avLst>
              <a:gd name="adj" fmla="val 143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BFD3D8"/>
            </a:solidFill>
            <a:prstDash val="solid"/>
          </a:ln>
        </p:spPr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C950CB6D-9ADF-617E-8384-ABE77C20FA3C}"/>
              </a:ext>
            </a:extLst>
          </p:cNvPr>
          <p:cNvSpPr/>
          <p:nvPr/>
        </p:nvSpPr>
        <p:spPr>
          <a:xfrm>
            <a:off x="1241792" y="280141"/>
            <a:ext cx="9504775" cy="382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Классический цикл for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2E38AEE-3D78-18E7-0799-F346E196BA2A}"/>
              </a:ext>
            </a:extLst>
          </p:cNvPr>
          <p:cNvSpPr/>
          <p:nvPr/>
        </p:nvSpPr>
        <p:spPr>
          <a:xfrm>
            <a:off x="468845" y="872372"/>
            <a:ext cx="11459769" cy="79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наиболее распространённая конструкция для итерации с известным числом повторений. Его синтаксис объединяет все три ключевых элемента цикла в одной строке, что делает код компактным и хорошо читаемым. Это мощный инструмент для работы с массивами, генерации таблиц и математических вычислений.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BA05B57-1D6A-8396-DDA7-6F40CBD1DA1E}"/>
              </a:ext>
            </a:extLst>
          </p:cNvPr>
          <p:cNvSpPr/>
          <p:nvPr/>
        </p:nvSpPr>
        <p:spPr>
          <a:xfrm>
            <a:off x="354803" y="1744961"/>
            <a:ext cx="526441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Анатомия цикла for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E59BD77-231A-6D8B-C5F1-F66B2B4B5054}"/>
              </a:ext>
            </a:extLst>
          </p:cNvPr>
          <p:cNvSpPr/>
          <p:nvPr/>
        </p:nvSpPr>
        <p:spPr>
          <a:xfrm>
            <a:off x="361708" y="2052041"/>
            <a:ext cx="3118911" cy="4525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(инициализация; условие; шаг)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// тело цикла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Классический пример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i = 0; i &lt; 5; i++)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console.log(i); // 0, 1, 2, 3, 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Обратный отсчёт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i = 10; i &gt;= 0; i--)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console.log(i); // 10, 9, 8 ... 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Шаг 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i = 0; i &lt;= 20; i += 2)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45E4FDC-8551-8199-374C-862F3370A439}"/>
              </a:ext>
            </a:extLst>
          </p:cNvPr>
          <p:cNvSpPr/>
          <p:nvPr/>
        </p:nvSpPr>
        <p:spPr>
          <a:xfrm>
            <a:off x="4704608" y="1704864"/>
            <a:ext cx="531779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применения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C451D59-0435-7E1E-CDE6-2BE54EF454EF}"/>
              </a:ext>
            </a:extLst>
          </p:cNvPr>
          <p:cNvSpPr/>
          <p:nvPr/>
        </p:nvSpPr>
        <p:spPr>
          <a:xfrm>
            <a:off x="4244594" y="2028710"/>
            <a:ext cx="3513058" cy="47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1. Перебор массива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fruits = ["яблоко", "груша", "слива"];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i = 0; i &lt; fruits.length; i++)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console.log(i + ": " + fruits[i]);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ru-RU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Сумма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ряда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(1 + 2 + ... + 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sum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n = 100;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1;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&lt;= n;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++)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sum +=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console.log(sum); // 5050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327C17-3488-5392-F268-994C683DA6DE}"/>
              </a:ext>
            </a:extLst>
          </p:cNvPr>
          <p:cNvSpPr txBox="1"/>
          <p:nvPr/>
        </p:nvSpPr>
        <p:spPr>
          <a:xfrm>
            <a:off x="8060794" y="1854287"/>
            <a:ext cx="3816458" cy="267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ru-RU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Проверка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простого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числа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function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isPrime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(n)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if (n &lt; 2) return false;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for (let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2;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&lt;=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Math.sqrt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(n);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++)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if (n % 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=== 0) return false;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return true;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6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7452940-B8F2-CC26-D0E4-5554BE35B880}"/>
              </a:ext>
            </a:extLst>
          </p:cNvPr>
          <p:cNvSpPr/>
          <p:nvPr/>
        </p:nvSpPr>
        <p:spPr>
          <a:xfrm>
            <a:off x="1230644" y="271318"/>
            <a:ext cx="10028288" cy="35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Циклы с условием: while и do...while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91B0402-1E10-FEB5-1C8A-A411275D7F56}"/>
              </a:ext>
            </a:extLst>
          </p:cNvPr>
          <p:cNvSpPr/>
          <p:nvPr/>
        </p:nvSpPr>
        <p:spPr>
          <a:xfrm>
            <a:off x="258352" y="966421"/>
            <a:ext cx="11670262" cy="773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Циклы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do...while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применяются тогда, когда количество итераций заранее неизвестно и определяется динамически в процессе выполнения. Они чаще всего используются при работе с пользовательским вводом, асинхронными операциями и алгоритмами поиска.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13F20D0-FFBF-4FAD-5B95-AC94CC0E3589}"/>
              </a:ext>
            </a:extLst>
          </p:cNvPr>
          <p:cNvSpPr/>
          <p:nvPr/>
        </p:nvSpPr>
        <p:spPr>
          <a:xfrm>
            <a:off x="258352" y="1787549"/>
            <a:ext cx="5351012" cy="20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while: проверка перед выполнением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4243F87-197B-114B-532F-39383ECDC76E}"/>
              </a:ext>
            </a:extLst>
          </p:cNvPr>
          <p:cNvSpPr/>
          <p:nvPr/>
        </p:nvSpPr>
        <p:spPr>
          <a:xfrm>
            <a:off x="258352" y="2140375"/>
            <a:ext cx="4559454" cy="4568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Условие проверяется ДО тела цикла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Если изначально false — тело не выполнится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count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(count &lt; 5)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console.log("Итерация: " + count);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count++;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Чтение до стоп-значения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input;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(input !== "стоп")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input = prompt("Введите слово:");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console.log("Вы ввели: " + input);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64D26D-E657-7AA0-635E-F357B07CA929}"/>
              </a:ext>
            </a:extLst>
          </p:cNvPr>
          <p:cNvSpPr txBox="1"/>
          <p:nvPr/>
        </p:nvSpPr>
        <p:spPr>
          <a:xfrm>
            <a:off x="5997677" y="2484280"/>
            <a:ext cx="4906297" cy="2633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Алгоритм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угадайки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secret = 42, guess;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 (guess !== secret) {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guess = Number(prompt("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Угадайте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:"));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(guess &lt; secret) console.log("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Больше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!");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else if (guess &gt; secret) console.log("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Меньше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!");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8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600738D-85EB-B275-33D2-0C5DD593EA39}"/>
              </a:ext>
            </a:extLst>
          </p:cNvPr>
          <p:cNvSpPr/>
          <p:nvPr/>
        </p:nvSpPr>
        <p:spPr>
          <a:xfrm>
            <a:off x="1230644" y="271318"/>
            <a:ext cx="10028288" cy="35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Циклы с условием: while и do...while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4602A4-A2AC-5EC7-F9E4-0BCE87337638}"/>
              </a:ext>
            </a:extLst>
          </p:cNvPr>
          <p:cNvSpPr/>
          <p:nvPr/>
        </p:nvSpPr>
        <p:spPr>
          <a:xfrm>
            <a:off x="4697237" y="895560"/>
            <a:ext cx="5184182" cy="35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do...while: хотя бы один проход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B6188D4-1E2F-4232-4A45-24BEAAF930C5}"/>
              </a:ext>
            </a:extLst>
          </p:cNvPr>
          <p:cNvSpPr/>
          <p:nvPr/>
        </p:nvSpPr>
        <p:spPr>
          <a:xfrm>
            <a:off x="256886" y="1291914"/>
            <a:ext cx="5785179" cy="4871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Условие проверяется ПОСЛЕ тела цикла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Тело выполнится минимум 1 раз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n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console.log("n = " + n);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n++;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while (n &lt; 5);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Валидация ввода (популярный паттерн)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userInput;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userInput = prompt("Введите число от 1 до 10:");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userInput = Number(userInput);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while (userInput &lt; 1 || userInput &gt; 10 || isNaN(userInput));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console.log("Принято: " + userInput);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F0445D3-5712-D5EE-C7B0-635082BE3D2F}"/>
              </a:ext>
            </a:extLst>
          </p:cNvPr>
          <p:cNvSpPr/>
          <p:nvPr/>
        </p:nvSpPr>
        <p:spPr>
          <a:xfrm>
            <a:off x="7233585" y="2425389"/>
            <a:ext cx="529566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Сравнение: когда что выбирать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FC392884-DF15-C76C-EF42-6F8E98819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632353"/>
              </p:ext>
            </p:extLst>
          </p:nvPr>
        </p:nvGraphicFramePr>
        <p:xfrm>
          <a:off x="5732207" y="2970559"/>
          <a:ext cx="6334059" cy="151387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11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do...while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Гарантия 1 выполнения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Нет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Валидация ввода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Неудобно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Идеально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Условие может быть false сразу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Roboto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Нет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wemoji Mozilla, Apple Color Emoji, Segoe UI Emoji, Segoe UI Symbol, Noto Color Emoji, EmojiOne Color, Android Emoji, sans-serif" charset="0"/>
                        <a:cs typeface="Times New Roman" panose="02020603050405020304" pitchFamily="18" charset="0"/>
                      </a:endParaRPr>
                    </a:p>
                  </a:txBody>
                  <a:tcPr marL="113707" marR="113707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071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7BFDD22-0C05-D67E-D1CE-8812D4B72DB7}"/>
              </a:ext>
            </a:extLst>
          </p:cNvPr>
          <p:cNvSpPr/>
          <p:nvPr/>
        </p:nvSpPr>
        <p:spPr>
          <a:xfrm>
            <a:off x="1309302" y="269363"/>
            <a:ext cx="10028288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Управление потоком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BAE2108-BDEE-5D67-EEAC-B7DC62EE37CA}"/>
              </a:ext>
            </a:extLst>
          </p:cNvPr>
          <p:cNvSpPr/>
          <p:nvPr/>
        </p:nvSpPr>
        <p:spPr>
          <a:xfrm>
            <a:off x="361708" y="813812"/>
            <a:ext cx="11566906" cy="732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Операторы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break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continue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дают разработчику тонкий контроль над выполнением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цикла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возможность досрочно прервать его или пропустить конкретную итерацию. Это мощные инструменты оптимизации алгоритмов, но их нужно использовать осознанно, чтобы не ухудшить читаемость кода.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BC00CA2-B0E3-185D-48AE-89FC8D4EA3AE}"/>
              </a:ext>
            </a:extLst>
          </p:cNvPr>
          <p:cNvSpPr/>
          <p:nvPr/>
        </p:nvSpPr>
        <p:spPr>
          <a:xfrm>
            <a:off x="361708" y="1571530"/>
            <a:ext cx="4264680" cy="25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break: досрочный выход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BAAC996-B581-37C0-8C30-DE15820A0460}"/>
              </a:ext>
            </a:extLst>
          </p:cNvPr>
          <p:cNvSpPr/>
          <p:nvPr/>
        </p:nvSpPr>
        <p:spPr>
          <a:xfrm>
            <a:off x="261889" y="1927122"/>
            <a:ext cx="4464317" cy="486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Поиск первого элемента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arr = [3, 7, 2, 9, 4, 1];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target = 9;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found = -1;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i = 0; i &lt; arr.length; i++)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(arr[i] === target)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found = i;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break; // Нет смысла искать дальше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console.log("Найдено на позиции:", found); //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break в switch (обязателен!)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switch(color)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"red":   alert("Стоп"); break;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case "green": alert("Вперёд"); break;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2A25FE7-A522-FB61-C3DD-C2A6D503EBF6}"/>
              </a:ext>
            </a:extLst>
          </p:cNvPr>
          <p:cNvSpPr/>
          <p:nvPr/>
        </p:nvSpPr>
        <p:spPr>
          <a:xfrm>
            <a:off x="6447247" y="1600317"/>
            <a:ext cx="333078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continue: пропуск итерации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D9853FB-891C-4F7F-AF6E-B8BE1587E09E}"/>
              </a:ext>
            </a:extLst>
          </p:cNvPr>
          <p:cNvSpPr/>
          <p:nvPr/>
        </p:nvSpPr>
        <p:spPr>
          <a:xfrm>
            <a:off x="5378576" y="2042226"/>
            <a:ext cx="4777821" cy="476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Вывод только чётных чисел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i = 0; i &lt; 10; i++)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(i % 2 !== 0) continue;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Фильтрация массива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nums = [1, -2, 3, -4, 5];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positiveSum = 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n of nums)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if (n &lt; 0) continue; // Отрицательные игнорируем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positiveSum += n;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console.log(positiveSum); // 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171556E-79D8-E521-8CF7-02810886C669}"/>
              </a:ext>
            </a:extLst>
          </p:cNvPr>
          <p:cNvCxnSpPr/>
          <p:nvPr/>
        </p:nvCxnSpPr>
        <p:spPr>
          <a:xfrm>
            <a:off x="5122607" y="1696947"/>
            <a:ext cx="0" cy="5168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4F1878A-FE5A-642E-29B6-1C2ACCD5F773}"/>
              </a:ext>
            </a:extLst>
          </p:cNvPr>
          <p:cNvCxnSpPr/>
          <p:nvPr/>
        </p:nvCxnSpPr>
        <p:spPr>
          <a:xfrm>
            <a:off x="0" y="182236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03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22B65A1-1C99-C266-7CDC-F7FD1CE5ED87}"/>
              </a:ext>
            </a:extLst>
          </p:cNvPr>
          <p:cNvSpPr/>
          <p:nvPr/>
        </p:nvSpPr>
        <p:spPr>
          <a:xfrm>
            <a:off x="1347019" y="315344"/>
            <a:ext cx="980957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Итераторы объектов: for...in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F7649E2-53EC-DE83-9A31-8352D38DD9BA}"/>
              </a:ext>
            </a:extLst>
          </p:cNvPr>
          <p:cNvSpPr/>
          <p:nvPr/>
        </p:nvSpPr>
        <p:spPr>
          <a:xfrm>
            <a:off x="361708" y="958484"/>
            <a:ext cx="11672976" cy="74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for...in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предназначен для перебора </a:t>
            </a:r>
            <a:r>
              <a:rPr lang="en-US" sz="1600" b="1" dirty="0"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перечислимых свойств объекта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На каждой итерации переменная цикла принимает значение ключа (имени свойства) объекта в виде строки. Это делает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for...in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незаменимым инструментом для работы с объектами-словарями и динамическими структурами данных.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0BFD10F-4967-5A4F-A187-2A0FA6B05D7D}"/>
              </a:ext>
            </a:extLst>
          </p:cNvPr>
          <p:cNvSpPr/>
          <p:nvPr/>
        </p:nvSpPr>
        <p:spPr>
          <a:xfrm>
            <a:off x="4478048" y="1857338"/>
            <a:ext cx="5236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Синтаксис и базовые примеры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8724158-0693-FBB3-6F29-2BE37FEB8C63}"/>
              </a:ext>
            </a:extLst>
          </p:cNvPr>
          <p:cNvSpPr/>
          <p:nvPr/>
        </p:nvSpPr>
        <p:spPr>
          <a:xfrm>
            <a:off x="609664" y="2296867"/>
            <a:ext cx="5093045" cy="420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Базовый перебор объекта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user =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"Алексей",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age: 30,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city: "Москва"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key in user)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console.log(key + ": " + user[key]);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name: Алексей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age: 30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city: Москва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64E89-2766-BE5E-7D03-A38FFAE6EBC0}"/>
              </a:ext>
            </a:extLst>
          </p:cNvPr>
          <p:cNvSpPr txBox="1"/>
          <p:nvPr/>
        </p:nvSpPr>
        <p:spPr>
          <a:xfrm>
            <a:off x="6017342" y="2529234"/>
            <a:ext cx="6096000" cy="3370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Получение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значений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key in user) {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console.log(user[key]);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Получение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ключей</a:t>
            </a: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и </a:t>
            </a:r>
            <a:r>
              <a:rPr lang="en-US" sz="18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значений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key in user) {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console.log(`${key} → ${user[key]}`);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61ED272-1530-C265-90F7-766A78B539A8}"/>
              </a:ext>
            </a:extLst>
          </p:cNvPr>
          <p:cNvSpPr/>
          <p:nvPr/>
        </p:nvSpPr>
        <p:spPr>
          <a:xfrm>
            <a:off x="2251587" y="5987846"/>
            <a:ext cx="8386916" cy="825064"/>
          </a:xfrm>
          <a:prstGeom prst="roundRect">
            <a:avLst>
              <a:gd name="adj" fmla="val 9828"/>
            </a:avLst>
          </a:prstGeom>
          <a:solidFill>
            <a:srgbClr val="FCF2B5"/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E015552-73E0-2C01-C2BF-9C7367C4D4B6}"/>
              </a:ext>
            </a:extLst>
          </p:cNvPr>
          <p:cNvSpPr/>
          <p:nvPr/>
        </p:nvSpPr>
        <p:spPr>
          <a:xfrm>
            <a:off x="2616893" y="6131047"/>
            <a:ext cx="7606153" cy="46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Не используйте </a:t>
            </a: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for...in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для перебора 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массивов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он итерирует по ключам (индексам как строкам) и может захватывать кастомные свойства массива.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6259B723-CFC4-3FEA-6462-7E6F0964D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544" y="6207707"/>
            <a:ext cx="138903" cy="11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29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71643699-D11B-FC17-3FC9-E6DA1FB33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751" y="1958031"/>
            <a:ext cx="5302813" cy="4607490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2BD3719-FF7D-8A4B-B703-A5FF12266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30" y="1958031"/>
            <a:ext cx="5302813" cy="460749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C7DF6FD-1003-498D-3DCF-135DAD6A98F7}"/>
              </a:ext>
            </a:extLst>
          </p:cNvPr>
          <p:cNvSpPr/>
          <p:nvPr/>
        </p:nvSpPr>
        <p:spPr>
          <a:xfrm>
            <a:off x="1317522" y="292478"/>
            <a:ext cx="9878401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Современные стандарты: for...of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47D32AF-F33B-1F10-AFD6-14E0503184FA}"/>
              </a:ext>
            </a:extLst>
          </p:cNvPr>
          <p:cNvSpPr/>
          <p:nvPr/>
        </p:nvSpPr>
        <p:spPr>
          <a:xfrm>
            <a:off x="361708" y="883040"/>
            <a:ext cx="11672976" cy="98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 </a:t>
            </a: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for...of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введённый в ES6 (2015), стал революционным дополнением языка. В отличие от </a:t>
            </a: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for...in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он итерирует непосредственно по </a:t>
            </a:r>
            <a:r>
              <a:rPr lang="en-US" sz="1600" b="1" dirty="0">
                <a:solidFill>
                  <a:srgbClr val="384653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значениям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итерируемых объектов, а не по ключам. Работает с любым объектом, реализующим протокол итератора: массивами, строками, </a:t>
            </a: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Set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384653"/>
                </a:solidFill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NodeList</a:t>
            </a:r>
            <a:r>
              <a:rPr lang="en-US" sz="1600" dirty="0">
                <a:solidFill>
                  <a:srgbClr val="384653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другими.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F4781BF-E8C6-69E5-22F3-9FDCBA4D2052}"/>
              </a:ext>
            </a:extLst>
          </p:cNvPr>
          <p:cNvSpPr/>
          <p:nvPr/>
        </p:nvSpPr>
        <p:spPr>
          <a:xfrm>
            <a:off x="467423" y="2009688"/>
            <a:ext cx="3888267" cy="320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err="1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Массивы</a:t>
            </a: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 основное применение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7ABB327-DE4F-90D7-27CD-FCEDE59ACB6C}"/>
              </a:ext>
            </a:extLst>
          </p:cNvPr>
          <p:cNvSpPr/>
          <p:nvPr/>
        </p:nvSpPr>
        <p:spPr>
          <a:xfrm>
            <a:off x="467423" y="2382278"/>
            <a:ext cx="4454012" cy="3944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colors = ["красный", "зелёный", "синий"];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color of colors)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console.log(color);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красный, зелёный, синий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С деструктуризацией (entries)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[index, color] of colors.entries())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console.log(index, color);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0 красный, 1 зелёный, 2 синий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E544A58-A46C-2AF5-1E9B-8245500C41CE}"/>
              </a:ext>
            </a:extLst>
          </p:cNvPr>
          <p:cNvSpPr/>
          <p:nvPr/>
        </p:nvSpPr>
        <p:spPr>
          <a:xfrm>
            <a:off x="6802359" y="2019896"/>
            <a:ext cx="492221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Строки — посимвольный перебор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391F376-CEC3-D0AD-1D3D-C91F1FD62F12}"/>
              </a:ext>
            </a:extLst>
          </p:cNvPr>
          <p:cNvSpPr/>
          <p:nvPr/>
        </p:nvSpPr>
        <p:spPr>
          <a:xfrm>
            <a:off x="6729159" y="2421993"/>
            <a:ext cx="4391125" cy="2656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let word = "Привет";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 (let char of word) 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console.log(char); // П, р, и, в, е, 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402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8F824E0E-7B49-7214-223D-90360E8CE171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Решение задач: Синтаксис на практике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1689F9E-89CB-834E-A6F4-0AC2C0A139E7}"/>
              </a:ext>
            </a:extLst>
          </p:cNvPr>
          <p:cNvSpPr/>
          <p:nvPr/>
        </p:nvSpPr>
        <p:spPr>
          <a:xfrm>
            <a:off x="450284" y="913919"/>
            <a:ext cx="11195756" cy="57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743A3-98AB-8E77-C2CC-B5C6BF33C5CF}"/>
              </a:ext>
            </a:extLst>
          </p:cNvPr>
          <p:cNvSpPr txBox="1"/>
          <p:nvPr/>
        </p:nvSpPr>
        <p:spPr>
          <a:xfrm>
            <a:off x="361708" y="790006"/>
            <a:ext cx="11566906" cy="87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классических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алгоритмических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паттерна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которые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объединяют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циклы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единые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рабочие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решения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задачи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формируют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базовый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мышечный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навык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программирования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встречаются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во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всех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типах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проектов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91CA464-1387-35A4-9FFB-41FF442A12D7}"/>
              </a:ext>
            </a:extLst>
          </p:cNvPr>
          <p:cNvSpPr/>
          <p:nvPr/>
        </p:nvSpPr>
        <p:spPr>
          <a:xfrm>
            <a:off x="4072976" y="1557922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Работа с массивами данных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2BC6C-D1A1-29BE-BD25-7631353EDB51}"/>
              </a:ext>
            </a:extLst>
          </p:cNvPr>
          <p:cNvSpPr txBox="1"/>
          <p:nvPr/>
        </p:nvSpPr>
        <p:spPr>
          <a:xfrm>
            <a:off x="2334939" y="1841242"/>
            <a:ext cx="681889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Фильтрация и агрегация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Анна"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Борис"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Вера"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Глеб"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Найти отличников (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 &gt;= 80)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excellent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[];</a:t>
            </a:r>
          </a:p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excellent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excellent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["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Анна", "Вера"]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Средний балл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Средний балл:"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toFixed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71.3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305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4C037FB-E642-1E3D-9F46-74AA8EB1109C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Решение задач: Синтаксис на практике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780446-9D28-4A16-0ACB-6448D9DA2D49}"/>
              </a:ext>
            </a:extLst>
          </p:cNvPr>
          <p:cNvSpPr/>
          <p:nvPr/>
        </p:nvSpPr>
        <p:spPr>
          <a:xfrm>
            <a:off x="361708" y="943251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Трансформация коллекций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B7FEF-5BA7-C48D-6C96-C4AC0D47E5C8}"/>
              </a:ext>
            </a:extLst>
          </p:cNvPr>
          <p:cNvSpPr txBox="1"/>
          <p:nvPr/>
        </p:nvSpPr>
        <p:spPr>
          <a:xfrm>
            <a:off x="263386" y="1383682"/>
            <a:ext cx="598009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Преобразование данных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discounted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[];</a:t>
            </a:r>
          </a:p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?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скидка 20% на дорогие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скидка 10% на остальные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discounted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[90, 200, 72, 256, 135]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Разворот строки 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Привет"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тевирП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01A401B-07B8-479D-66C4-A106E40BA869}"/>
              </a:ext>
            </a:extLst>
          </p:cNvPr>
          <p:cNvSpPr/>
          <p:nvPr/>
        </p:nvSpPr>
        <p:spPr>
          <a:xfrm>
            <a:off x="6496725" y="943251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Алгоритмы поиска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08E15F-D427-7294-82BE-07B22AAB73D1}"/>
              </a:ext>
            </a:extLst>
          </p:cNvPr>
          <p:cNvSpPr txBox="1"/>
          <p:nvPr/>
        </p:nvSpPr>
        <p:spPr>
          <a:xfrm>
            <a:off x="5695276" y="1395972"/>
            <a:ext cx="649672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Линейный поиск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linearSearch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найдено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Проверка палиндрома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isPalindrome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/\s/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!==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isPalindrome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 роза упала на лапу </a:t>
            </a:r>
            <a:r>
              <a:rPr lang="ru-RU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Азора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78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440D6BF-A4B0-6837-C8DA-D8AC686B6DA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3" name="Прямая соединительная линия 2">
              <a:extLst>
                <a:ext uri="{FF2B5EF4-FFF2-40B4-BE49-F238E27FC236}">
                  <a16:creationId xmlns:a16="http://schemas.microsoft.com/office/drawing/2014/main" id="{7C94A8D8-BEAB-99DD-B1BC-5562AF2BCABC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307EAD50-DA24-AB31-D6B8-F736A62BDDED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5C9FEC7-6547-CD40-7CCA-8C7EEEEB0D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C8903F-1714-17E7-B3C9-7EBB32FC1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C624A3-E717-4B9E-0739-0F35D1DA5E4B}"/>
              </a:ext>
            </a:extLst>
          </p:cNvPr>
          <p:cNvSpPr txBox="1"/>
          <p:nvPr/>
        </p:nvSpPr>
        <p:spPr>
          <a:xfrm>
            <a:off x="1501932" y="2575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Итоги</a:t>
            </a:r>
            <a:r>
              <a:rPr lang="en-US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8909D43-CD91-0180-CC81-AFB6F4E51CF3}"/>
              </a:ext>
            </a:extLst>
          </p:cNvPr>
          <p:cNvSpPr/>
          <p:nvPr/>
        </p:nvSpPr>
        <p:spPr>
          <a:xfrm>
            <a:off x="361708" y="962489"/>
            <a:ext cx="11478330" cy="121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BD40A-D25D-EFFA-7B29-8212F5A8F760}"/>
              </a:ext>
            </a:extLst>
          </p:cNvPr>
          <p:cNvSpPr txBox="1"/>
          <p:nvPr/>
        </p:nvSpPr>
        <p:spPr>
          <a:xfrm>
            <a:off x="351962" y="842280"/>
            <a:ext cx="11488076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Управляющие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конструкции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JavaScript </a:t>
            </a:r>
            <a:r>
              <a:rPr lang="ru-RU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фундамент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без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которого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невозможно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написать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ни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одну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реальную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программу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Правильный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выбор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инструмента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-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половина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решения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любой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алгоритмической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задачи</a:t>
            </a:r>
            <a:r>
              <a:rPr lang="en-US" sz="18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79E5E12-19FE-B4C0-3155-1F9B1BEBC202}"/>
              </a:ext>
            </a:extLst>
          </p:cNvPr>
          <p:cNvSpPr/>
          <p:nvPr/>
        </p:nvSpPr>
        <p:spPr>
          <a:xfrm>
            <a:off x="931820" y="2122637"/>
            <a:ext cx="336779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Условные операторы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C00DF11-B90C-BD10-DE86-7952E166E5FD}"/>
              </a:ext>
            </a:extLst>
          </p:cNvPr>
          <p:cNvSpPr/>
          <p:nvPr/>
        </p:nvSpPr>
        <p:spPr>
          <a:xfrm>
            <a:off x="699394" y="2516593"/>
            <a:ext cx="4816503" cy="1881957"/>
          </a:xfrm>
          <a:prstGeom prst="rect">
            <a:avLst/>
          </a:prstGeom>
          <a:noFill/>
          <a:ln/>
        </p:spPr>
        <p:txBody>
          <a:bodyPr wrap="square" lIns="0" tIns="40314" rIns="0" bIns="0" rtlCol="0" anchor="t">
            <a:noAutofit/>
          </a:bodyPr>
          <a:lstStyle/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if/else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универсальный выбор для сложной логики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Тернарный оператор — для простых присваиваний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switch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для точного перебора вариантов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8E084FB-7843-7E97-3063-119489F0E40B}"/>
              </a:ext>
            </a:extLst>
          </p:cNvPr>
          <p:cNvSpPr/>
          <p:nvPr/>
        </p:nvSpPr>
        <p:spPr>
          <a:xfrm>
            <a:off x="6633940" y="2122637"/>
            <a:ext cx="336789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Циклы: что выбрать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83D3323-2FF1-52B4-B2C8-B828F7BAB190}"/>
              </a:ext>
            </a:extLst>
          </p:cNvPr>
          <p:cNvSpPr/>
          <p:nvPr/>
        </p:nvSpPr>
        <p:spPr>
          <a:xfrm>
            <a:off x="6419714" y="2538487"/>
            <a:ext cx="5508900" cy="2039417"/>
          </a:xfrm>
          <a:prstGeom prst="rect">
            <a:avLst/>
          </a:prstGeom>
          <a:noFill/>
          <a:ln/>
        </p:spPr>
        <p:txBody>
          <a:bodyPr wrap="square" lIns="0" tIns="40314" rIns="0" bIns="0" rtlCol="0" anchor="t">
            <a:noAutofit/>
          </a:bodyPr>
          <a:lstStyle/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известное число итераций, индексы важны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while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условие динамическое, число итераций неизвестно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do...while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нужен хотя бы один проход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for...in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перебор ключей объекта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highlight>
                  <a:srgbClr val="EDECE8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for...of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— перебор значений итерируемых коллекций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2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6BEF28-75C9-DFAF-D436-732F2D57DFB7}"/>
              </a:ext>
            </a:extLst>
          </p:cNvPr>
          <p:cNvSpPr/>
          <p:nvPr/>
        </p:nvSpPr>
        <p:spPr>
          <a:xfrm>
            <a:off x="1209368" y="256148"/>
            <a:ext cx="10330685" cy="28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ea typeface="Host Grotesk Medium" pitchFamily="34" charset="-122"/>
                <a:cs typeface="Times New Roman" panose="02020603050405020304" pitchFamily="18" charset="0"/>
              </a:rPr>
              <a:t>Практические задания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4E95129-C92D-C4C7-A888-68DF0F9B126C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A2D53F8C-BBD1-09A0-4DBE-0AAF2D1EE250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0274177-EDBE-E88C-6320-D52B27412B3E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1AA06AC6-D3DF-090B-3AC3-3C0775B53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979E1D-F56D-543C-6F58-86CD5F48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567" y="6555302"/>
            <a:ext cx="1182047" cy="18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5EDCF9-1765-6889-8F08-05064A1E1EFD}"/>
              </a:ext>
            </a:extLst>
          </p:cNvPr>
          <p:cNvSpPr txBox="1"/>
          <p:nvPr/>
        </p:nvSpPr>
        <p:spPr>
          <a:xfrm>
            <a:off x="699394" y="1575632"/>
            <a:ext cx="6097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60711-BFAF-BA56-A0D6-2E32B4E6D9C4}"/>
              </a:ext>
            </a:extLst>
          </p:cNvPr>
          <p:cNvSpPr txBox="1"/>
          <p:nvPr/>
        </p:nvSpPr>
        <p:spPr>
          <a:xfrm>
            <a:off x="699394" y="106035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Что выведет переменная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B0E2E3-082D-BACC-3C22-7C0F72BEBC4B}"/>
              </a:ext>
            </a:extLst>
          </p:cNvPr>
          <p:cNvSpPr txBox="1"/>
          <p:nvPr/>
        </p:nvSpPr>
        <p:spPr>
          <a:xfrm>
            <a:off x="6096000" y="1455128"/>
            <a:ext cx="40232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n-NO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F703F-4980-F01F-C660-30D63368ABB3}"/>
              </a:ext>
            </a:extLst>
          </p:cNvPr>
          <p:cNvSpPr txBox="1"/>
          <p:nvPr/>
        </p:nvSpPr>
        <p:spPr>
          <a:xfrm>
            <a:off x="6061142" y="104977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Что выведет переменная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21238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F9A25-E4C4-4108-6F20-A29D43327672}"/>
              </a:ext>
            </a:extLst>
          </p:cNvPr>
          <p:cNvSpPr txBox="1"/>
          <p:nvPr/>
        </p:nvSpPr>
        <p:spPr>
          <a:xfrm>
            <a:off x="316317" y="192334"/>
            <a:ext cx="10592687" cy="2304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Мобильное приложение получает уровень заряда устройства в процентах.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вывести состояние батареи:</a:t>
            </a:r>
          </a:p>
          <a:p>
            <a:pPr marL="800100" lvl="1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630555" algn="l"/>
              </a:tabLs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 50% и выше – "Высокий заряд"; </a:t>
            </a:r>
          </a:p>
          <a:p>
            <a:pPr marL="800100" lvl="1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630555" algn="l"/>
              </a:tabLs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 20% до 49% – "Средний заряд"; </a:t>
            </a:r>
          </a:p>
          <a:p>
            <a:pPr marL="800100" lvl="1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630555" algn="l"/>
              </a:tabLs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менее 20% – "Низкий заряд". 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Используйте вложенный тернарный оператор.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E8815-0C87-BE89-CE6B-21D94A06B416}"/>
              </a:ext>
            </a:extLst>
          </p:cNvPr>
          <p:cNvSpPr txBox="1"/>
          <p:nvPr/>
        </p:nvSpPr>
        <p:spPr>
          <a:xfrm>
            <a:off x="236130" y="2497067"/>
            <a:ext cx="9646388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Пользователь имеет только 3 попытки для ввода PIN-кода 2580.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код введён правильно, вывести "Доступ разрешён". 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все попытки закончились, вывести "Аккаунт временно заблокирован".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Используйте цикл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while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556FAA-7E09-941D-5D78-20BF34E9AB63}"/>
              </a:ext>
            </a:extLst>
          </p:cNvPr>
          <p:cNvSpPr txBox="1"/>
          <p:nvPr/>
        </p:nvSpPr>
        <p:spPr>
          <a:xfrm>
            <a:off x="236130" y="4063137"/>
            <a:ext cx="10518258" cy="2264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Пользователь выбирает оформление мобильного приложения:</a:t>
            </a:r>
          </a:p>
          <a:p>
            <a:pPr lvl="1"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 – светлая тема;</a:t>
            </a:r>
          </a:p>
          <a:p>
            <a:pPr lvl="1"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 – тёмная тема;</a:t>
            </a:r>
          </a:p>
          <a:p>
            <a:pPr lvl="1"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 – системная тема.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Программа должна вывести, какая тема будет применена. Если введено другое значение, сообщить об ошибке.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Используйте </a:t>
            </a:r>
            <a:r>
              <a:rPr lang="ru-RU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switch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9424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Новый Шаблон презентаций_КМЭПТ.pot[Compatibility Mode]" id="{8761158C-B706-4B67-8AF6-F325C54A10D1}" vid="{087C47FC-ABA4-49F7-B1BF-F19EABEA7B3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9157</Words>
  <Application>Microsoft Office PowerPoint</Application>
  <PresentationFormat>Широкоэкранный</PresentationFormat>
  <Paragraphs>1014</Paragraphs>
  <Slides>17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Consolas</vt:lpstr>
      <vt:lpstr>Google Sans</vt:lpstr>
      <vt:lpstr>KyivType Sans Heavy</vt:lpstr>
      <vt:lpstr>Symbol</vt:lpstr>
      <vt:lpstr>Times New Roman</vt:lpstr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Наиля Мавлюдова</cp:lastModifiedBy>
  <cp:revision>17</cp:revision>
  <dcterms:created xsi:type="dcterms:W3CDTF">2026-08-27T06:32:46Z</dcterms:created>
  <dcterms:modified xsi:type="dcterms:W3CDTF">2026-09-30T18:35:28Z</dcterms:modified>
</cp:coreProperties>
</file>